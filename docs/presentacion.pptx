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8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9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0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1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2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88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3F722B-50B8-4021-B180-5A7C90490E8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057EF0B-E46A-4541-88D9-8CD8B5EF8A64}">
      <dgm:prSet/>
      <dgm:spPr/>
      <dgm:t>
        <a:bodyPr/>
        <a:lstStyle/>
        <a:p>
          <a:r>
            <a:rPr lang="en-US"/>
            <a:t>Predicción de resultados deportivos mediante modelos secuenciales</a:t>
          </a:r>
        </a:p>
      </dgm:t>
    </dgm:pt>
    <dgm:pt modelId="{36C95445-014C-40A2-9409-B74FB6408A42}" type="parTrans" cxnId="{8F0D4F0C-E7AD-483F-BB29-8C658319A13E}">
      <dgm:prSet/>
      <dgm:spPr/>
      <dgm:t>
        <a:bodyPr/>
        <a:lstStyle/>
        <a:p>
          <a:endParaRPr lang="en-US"/>
        </a:p>
      </dgm:t>
    </dgm:pt>
    <dgm:pt modelId="{FC6193C2-2410-4712-86E0-1677E6AAAF31}" type="sibTrans" cxnId="{8F0D4F0C-E7AD-483F-BB29-8C658319A13E}">
      <dgm:prSet/>
      <dgm:spPr/>
      <dgm:t>
        <a:bodyPr/>
        <a:lstStyle/>
        <a:p>
          <a:endParaRPr lang="en-US"/>
        </a:p>
      </dgm:t>
    </dgm:pt>
    <dgm:pt modelId="{DF212A47-F9F9-4FE5-A5CE-02DA5AE4C943}">
      <dgm:prSet/>
      <dgm:spPr/>
      <dgm:t>
        <a:bodyPr/>
        <a:lstStyle/>
        <a:p>
          <a:r>
            <a:rPr lang="en-US"/>
            <a:t>José Alfredo Martínez Valdés</a:t>
          </a:r>
        </a:p>
      </dgm:t>
    </dgm:pt>
    <dgm:pt modelId="{56BE39D2-71A0-4655-91A7-F81F5E732843}" type="parTrans" cxnId="{524D700D-9450-443B-9E99-9170B737B1B2}">
      <dgm:prSet/>
      <dgm:spPr/>
      <dgm:t>
        <a:bodyPr/>
        <a:lstStyle/>
        <a:p>
          <a:endParaRPr lang="en-US"/>
        </a:p>
      </dgm:t>
    </dgm:pt>
    <dgm:pt modelId="{CCCFE688-EB30-4358-B6FE-992C8D056E35}" type="sibTrans" cxnId="{524D700D-9450-443B-9E99-9170B737B1B2}">
      <dgm:prSet/>
      <dgm:spPr/>
      <dgm:t>
        <a:bodyPr/>
        <a:lstStyle/>
        <a:p>
          <a:endParaRPr lang="en-US"/>
        </a:p>
      </dgm:t>
    </dgm:pt>
    <dgm:pt modelId="{05D8562C-C723-458D-AA2E-D94BE13EB7FB}">
      <dgm:prSet/>
      <dgm:spPr/>
      <dgm:t>
        <a:bodyPr/>
        <a:lstStyle/>
        <a:p>
          <a:r>
            <a:rPr lang="en-US"/>
            <a:t>Universidad de Antioquia – 2025-II</a:t>
          </a:r>
        </a:p>
      </dgm:t>
    </dgm:pt>
    <dgm:pt modelId="{74E4EA32-3063-41E7-8A71-11AEAE246F8D}" type="parTrans" cxnId="{EFF275C5-6BE4-4EED-9C43-FAEDCCA38708}">
      <dgm:prSet/>
      <dgm:spPr/>
      <dgm:t>
        <a:bodyPr/>
        <a:lstStyle/>
        <a:p>
          <a:endParaRPr lang="en-US"/>
        </a:p>
      </dgm:t>
    </dgm:pt>
    <dgm:pt modelId="{5B9203D5-8ECA-4B83-AE1C-2A23D81A254B}" type="sibTrans" cxnId="{EFF275C5-6BE4-4EED-9C43-FAEDCCA38708}">
      <dgm:prSet/>
      <dgm:spPr/>
      <dgm:t>
        <a:bodyPr/>
        <a:lstStyle/>
        <a:p>
          <a:endParaRPr lang="en-US"/>
        </a:p>
      </dgm:t>
    </dgm:pt>
    <dgm:pt modelId="{C11C1BEB-D972-478D-BF41-16763694F222}" type="pres">
      <dgm:prSet presAssocID="{763F722B-50B8-4021-B180-5A7C90490E8E}" presName="linear" presStyleCnt="0">
        <dgm:presLayoutVars>
          <dgm:animLvl val="lvl"/>
          <dgm:resizeHandles val="exact"/>
        </dgm:presLayoutVars>
      </dgm:prSet>
      <dgm:spPr/>
    </dgm:pt>
    <dgm:pt modelId="{51373275-AF69-4000-9D3F-BF21AECD228D}" type="pres">
      <dgm:prSet presAssocID="{B057EF0B-E46A-4541-88D9-8CD8B5EF8A6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8540CB7-6A4D-4259-9AD7-0C85E97A1DCC}" type="pres">
      <dgm:prSet presAssocID="{FC6193C2-2410-4712-86E0-1677E6AAAF31}" presName="spacer" presStyleCnt="0"/>
      <dgm:spPr/>
    </dgm:pt>
    <dgm:pt modelId="{034FA569-CD13-45E5-B3B7-1427DA5CF57E}" type="pres">
      <dgm:prSet presAssocID="{DF212A47-F9F9-4FE5-A5CE-02DA5AE4C94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D04FAC6-DF22-4F45-B11A-9D3CF7C84246}" type="pres">
      <dgm:prSet presAssocID="{CCCFE688-EB30-4358-B6FE-992C8D056E35}" presName="spacer" presStyleCnt="0"/>
      <dgm:spPr/>
    </dgm:pt>
    <dgm:pt modelId="{92C3E23D-5BCD-475A-BC66-A7A909FFCFCE}" type="pres">
      <dgm:prSet presAssocID="{05D8562C-C723-458D-AA2E-D94BE13EB7F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F0D4F0C-E7AD-483F-BB29-8C658319A13E}" srcId="{763F722B-50B8-4021-B180-5A7C90490E8E}" destId="{B057EF0B-E46A-4541-88D9-8CD8B5EF8A64}" srcOrd="0" destOrd="0" parTransId="{36C95445-014C-40A2-9409-B74FB6408A42}" sibTransId="{FC6193C2-2410-4712-86E0-1677E6AAAF31}"/>
    <dgm:cxn modelId="{524D700D-9450-443B-9E99-9170B737B1B2}" srcId="{763F722B-50B8-4021-B180-5A7C90490E8E}" destId="{DF212A47-F9F9-4FE5-A5CE-02DA5AE4C943}" srcOrd="1" destOrd="0" parTransId="{56BE39D2-71A0-4655-91A7-F81F5E732843}" sibTransId="{CCCFE688-EB30-4358-B6FE-992C8D056E35}"/>
    <dgm:cxn modelId="{7C6FC021-A3BA-423E-8A92-6B678478A120}" type="presOf" srcId="{B057EF0B-E46A-4541-88D9-8CD8B5EF8A64}" destId="{51373275-AF69-4000-9D3F-BF21AECD228D}" srcOrd="0" destOrd="0" presId="urn:microsoft.com/office/officeart/2005/8/layout/vList2"/>
    <dgm:cxn modelId="{2B86F68E-BB28-4A3A-8B64-6E5347753E1F}" type="presOf" srcId="{05D8562C-C723-458D-AA2E-D94BE13EB7FB}" destId="{92C3E23D-5BCD-475A-BC66-A7A909FFCFCE}" srcOrd="0" destOrd="0" presId="urn:microsoft.com/office/officeart/2005/8/layout/vList2"/>
    <dgm:cxn modelId="{91C8DC96-5F50-44AE-B0F3-9780DB639D34}" type="presOf" srcId="{763F722B-50B8-4021-B180-5A7C90490E8E}" destId="{C11C1BEB-D972-478D-BF41-16763694F222}" srcOrd="0" destOrd="0" presId="urn:microsoft.com/office/officeart/2005/8/layout/vList2"/>
    <dgm:cxn modelId="{B63D78C2-2C29-434C-9333-341401B9006A}" type="presOf" srcId="{DF212A47-F9F9-4FE5-A5CE-02DA5AE4C943}" destId="{034FA569-CD13-45E5-B3B7-1427DA5CF57E}" srcOrd="0" destOrd="0" presId="urn:microsoft.com/office/officeart/2005/8/layout/vList2"/>
    <dgm:cxn modelId="{EFF275C5-6BE4-4EED-9C43-FAEDCCA38708}" srcId="{763F722B-50B8-4021-B180-5A7C90490E8E}" destId="{05D8562C-C723-458D-AA2E-D94BE13EB7FB}" srcOrd="2" destOrd="0" parTransId="{74E4EA32-3063-41E7-8A71-11AEAE246F8D}" sibTransId="{5B9203D5-8ECA-4B83-AE1C-2A23D81A254B}"/>
    <dgm:cxn modelId="{A881204E-A232-46A8-B86D-763B33CBBBBE}" type="presParOf" srcId="{C11C1BEB-D972-478D-BF41-16763694F222}" destId="{51373275-AF69-4000-9D3F-BF21AECD228D}" srcOrd="0" destOrd="0" presId="urn:microsoft.com/office/officeart/2005/8/layout/vList2"/>
    <dgm:cxn modelId="{9212A0F4-4165-4B6A-BFD6-075A58357722}" type="presParOf" srcId="{C11C1BEB-D972-478D-BF41-16763694F222}" destId="{48540CB7-6A4D-4259-9AD7-0C85E97A1DCC}" srcOrd="1" destOrd="0" presId="urn:microsoft.com/office/officeart/2005/8/layout/vList2"/>
    <dgm:cxn modelId="{FE4D5EFA-BFB0-4DEB-9712-FEE01042BC8D}" type="presParOf" srcId="{C11C1BEB-D972-478D-BF41-16763694F222}" destId="{034FA569-CD13-45E5-B3B7-1427DA5CF57E}" srcOrd="2" destOrd="0" presId="urn:microsoft.com/office/officeart/2005/8/layout/vList2"/>
    <dgm:cxn modelId="{0296085A-46E1-48A9-B0AA-F98C58063F21}" type="presParOf" srcId="{C11C1BEB-D972-478D-BF41-16763694F222}" destId="{FD04FAC6-DF22-4F45-B11A-9D3CF7C84246}" srcOrd="3" destOrd="0" presId="urn:microsoft.com/office/officeart/2005/8/layout/vList2"/>
    <dgm:cxn modelId="{9B016BCA-792E-49D3-9880-F1EB73500847}" type="presParOf" srcId="{C11C1BEB-D972-478D-BF41-16763694F222}" destId="{92C3E23D-5BCD-475A-BC66-A7A909FFCFC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6BC1D18-E24B-4775-B133-94B7293496DA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1B3D9A6-3016-4617-93BC-AC1D75E2A29D}">
      <dgm:prSet/>
      <dgm:spPr/>
      <dgm:t>
        <a:bodyPr/>
        <a:lstStyle/>
        <a:p>
          <a:r>
            <a:rPr lang="en-US"/>
            <a:t>• Predicción de resultados deportivos.</a:t>
          </a:r>
        </a:p>
      </dgm:t>
    </dgm:pt>
    <dgm:pt modelId="{8BA992B5-7FB7-4B40-A105-10318B778E8D}" type="parTrans" cxnId="{D0B1E314-E4A9-491C-A367-5FBE37A6648A}">
      <dgm:prSet/>
      <dgm:spPr/>
      <dgm:t>
        <a:bodyPr/>
        <a:lstStyle/>
        <a:p>
          <a:endParaRPr lang="en-US"/>
        </a:p>
      </dgm:t>
    </dgm:pt>
    <dgm:pt modelId="{E9766DA8-11FC-4509-A252-9618230DA30D}" type="sibTrans" cxnId="{D0B1E314-E4A9-491C-A367-5FBE37A6648A}">
      <dgm:prSet/>
      <dgm:spPr/>
      <dgm:t>
        <a:bodyPr/>
        <a:lstStyle/>
        <a:p>
          <a:endParaRPr lang="en-US"/>
        </a:p>
      </dgm:t>
    </dgm:pt>
    <dgm:pt modelId="{E5CCC057-17BB-4D73-B9B8-BAD66385D8D1}">
      <dgm:prSet/>
      <dgm:spPr/>
      <dgm:t>
        <a:bodyPr/>
        <a:lstStyle/>
        <a:p>
          <a:r>
            <a:rPr lang="en-US"/>
            <a:t>• Uso de modelos secuenciales (LSTM, Transformer).</a:t>
          </a:r>
        </a:p>
      </dgm:t>
    </dgm:pt>
    <dgm:pt modelId="{AD6406FC-BC18-48A0-A9EF-453F3AC3420E}" type="parTrans" cxnId="{065FC752-45E2-428D-9B19-9E57A6828288}">
      <dgm:prSet/>
      <dgm:spPr/>
      <dgm:t>
        <a:bodyPr/>
        <a:lstStyle/>
        <a:p>
          <a:endParaRPr lang="en-US"/>
        </a:p>
      </dgm:t>
    </dgm:pt>
    <dgm:pt modelId="{EA7AAE86-BD71-4C56-BC92-7E16474CE121}" type="sibTrans" cxnId="{065FC752-45E2-428D-9B19-9E57A6828288}">
      <dgm:prSet/>
      <dgm:spPr/>
      <dgm:t>
        <a:bodyPr/>
        <a:lstStyle/>
        <a:p>
          <a:endParaRPr lang="en-US"/>
        </a:p>
      </dgm:t>
    </dgm:pt>
    <dgm:pt modelId="{4E4C07E2-6FE4-4B1A-AE1A-171021F786E9}">
      <dgm:prSet/>
      <dgm:spPr/>
      <dgm:t>
        <a:bodyPr/>
        <a:lstStyle/>
        <a:p>
          <a:r>
            <a:rPr lang="en-US"/>
            <a:t>• Construcción de pipeline completo.</a:t>
          </a:r>
        </a:p>
      </dgm:t>
    </dgm:pt>
    <dgm:pt modelId="{0E26F81E-7453-4F7C-A84D-891F8C835838}" type="parTrans" cxnId="{761276D4-AFE4-4565-98C8-50D880BCA764}">
      <dgm:prSet/>
      <dgm:spPr/>
      <dgm:t>
        <a:bodyPr/>
        <a:lstStyle/>
        <a:p>
          <a:endParaRPr lang="en-US"/>
        </a:p>
      </dgm:t>
    </dgm:pt>
    <dgm:pt modelId="{00FDEB06-B219-4A71-8C91-938B1AA3CE3B}" type="sibTrans" cxnId="{761276D4-AFE4-4565-98C8-50D880BCA764}">
      <dgm:prSet/>
      <dgm:spPr/>
      <dgm:t>
        <a:bodyPr/>
        <a:lstStyle/>
        <a:p>
          <a:endParaRPr lang="en-US"/>
        </a:p>
      </dgm:t>
    </dgm:pt>
    <dgm:pt modelId="{DE513F9B-C3D7-4BE9-9086-5FCBDDF9FAEC}">
      <dgm:prSet/>
      <dgm:spPr/>
      <dgm:t>
        <a:bodyPr/>
        <a:lstStyle/>
        <a:p>
          <a:r>
            <a:rPr lang="en-US"/>
            <a:t>• Evaluación comparativa.</a:t>
          </a:r>
        </a:p>
      </dgm:t>
    </dgm:pt>
    <dgm:pt modelId="{59785924-2C6D-466D-994D-3354F2BC068B}" type="parTrans" cxnId="{CA650FF6-3069-48CC-B3AB-1447666B66DB}">
      <dgm:prSet/>
      <dgm:spPr/>
      <dgm:t>
        <a:bodyPr/>
        <a:lstStyle/>
        <a:p>
          <a:endParaRPr lang="en-US"/>
        </a:p>
      </dgm:t>
    </dgm:pt>
    <dgm:pt modelId="{268D124B-F619-4A7F-BC9E-9E87F54C880C}" type="sibTrans" cxnId="{CA650FF6-3069-48CC-B3AB-1447666B66DB}">
      <dgm:prSet/>
      <dgm:spPr/>
      <dgm:t>
        <a:bodyPr/>
        <a:lstStyle/>
        <a:p>
          <a:endParaRPr lang="en-US"/>
        </a:p>
      </dgm:t>
    </dgm:pt>
    <dgm:pt modelId="{4AED22F2-398F-40EE-BA15-CD593BC00FC0}" type="pres">
      <dgm:prSet presAssocID="{A6BC1D18-E24B-4775-B133-94B7293496DA}" presName="linear" presStyleCnt="0">
        <dgm:presLayoutVars>
          <dgm:animLvl val="lvl"/>
          <dgm:resizeHandles val="exact"/>
        </dgm:presLayoutVars>
      </dgm:prSet>
      <dgm:spPr/>
    </dgm:pt>
    <dgm:pt modelId="{34DFD584-5233-485F-ACEA-8B775B256D13}" type="pres">
      <dgm:prSet presAssocID="{31B3D9A6-3016-4617-93BC-AC1D75E2A29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88AE12A-452D-477B-B3E9-696F8140F7D5}" type="pres">
      <dgm:prSet presAssocID="{E9766DA8-11FC-4509-A252-9618230DA30D}" presName="spacer" presStyleCnt="0"/>
      <dgm:spPr/>
    </dgm:pt>
    <dgm:pt modelId="{481BBE8E-158A-433C-AF8F-DC7BF3CD02AA}" type="pres">
      <dgm:prSet presAssocID="{E5CCC057-17BB-4D73-B9B8-BAD66385D8D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5DCF805-54E5-4D6C-9331-D4DE25F5F99B}" type="pres">
      <dgm:prSet presAssocID="{EA7AAE86-BD71-4C56-BC92-7E16474CE121}" presName="spacer" presStyleCnt="0"/>
      <dgm:spPr/>
    </dgm:pt>
    <dgm:pt modelId="{614352AD-29A6-4597-8464-AC54D9611F90}" type="pres">
      <dgm:prSet presAssocID="{4E4C07E2-6FE4-4B1A-AE1A-171021F786E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8704D01-239C-4353-8B36-52ABA3D27F5C}" type="pres">
      <dgm:prSet presAssocID="{00FDEB06-B219-4A71-8C91-938B1AA3CE3B}" presName="spacer" presStyleCnt="0"/>
      <dgm:spPr/>
    </dgm:pt>
    <dgm:pt modelId="{12C207F7-71F9-4160-B30A-F3C7B5C5BC19}" type="pres">
      <dgm:prSet presAssocID="{DE513F9B-C3D7-4BE9-9086-5FCBDDF9FAE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0B1E314-E4A9-491C-A367-5FBE37A6648A}" srcId="{A6BC1D18-E24B-4775-B133-94B7293496DA}" destId="{31B3D9A6-3016-4617-93BC-AC1D75E2A29D}" srcOrd="0" destOrd="0" parTransId="{8BA992B5-7FB7-4B40-A105-10318B778E8D}" sibTransId="{E9766DA8-11FC-4509-A252-9618230DA30D}"/>
    <dgm:cxn modelId="{32E28A3E-0922-42CA-9C6F-11DF6F0EF8CE}" type="presOf" srcId="{31B3D9A6-3016-4617-93BC-AC1D75E2A29D}" destId="{34DFD584-5233-485F-ACEA-8B775B256D13}" srcOrd="0" destOrd="0" presId="urn:microsoft.com/office/officeart/2005/8/layout/vList2"/>
    <dgm:cxn modelId="{7787DA70-42F0-4C89-8AD3-9D9A652C949B}" type="presOf" srcId="{DE513F9B-C3D7-4BE9-9086-5FCBDDF9FAEC}" destId="{12C207F7-71F9-4160-B30A-F3C7B5C5BC19}" srcOrd="0" destOrd="0" presId="urn:microsoft.com/office/officeart/2005/8/layout/vList2"/>
    <dgm:cxn modelId="{065FC752-45E2-428D-9B19-9E57A6828288}" srcId="{A6BC1D18-E24B-4775-B133-94B7293496DA}" destId="{E5CCC057-17BB-4D73-B9B8-BAD66385D8D1}" srcOrd="1" destOrd="0" parTransId="{AD6406FC-BC18-48A0-A9EF-453F3AC3420E}" sibTransId="{EA7AAE86-BD71-4C56-BC92-7E16474CE121}"/>
    <dgm:cxn modelId="{37046E55-FF5C-46D0-BDC4-18C0A9FC9D38}" type="presOf" srcId="{A6BC1D18-E24B-4775-B133-94B7293496DA}" destId="{4AED22F2-398F-40EE-BA15-CD593BC00FC0}" srcOrd="0" destOrd="0" presId="urn:microsoft.com/office/officeart/2005/8/layout/vList2"/>
    <dgm:cxn modelId="{761276D4-AFE4-4565-98C8-50D880BCA764}" srcId="{A6BC1D18-E24B-4775-B133-94B7293496DA}" destId="{4E4C07E2-6FE4-4B1A-AE1A-171021F786E9}" srcOrd="2" destOrd="0" parTransId="{0E26F81E-7453-4F7C-A84D-891F8C835838}" sibTransId="{00FDEB06-B219-4A71-8C91-938B1AA3CE3B}"/>
    <dgm:cxn modelId="{EE86A8D5-5EDC-4AE2-B1E5-3A17D1712070}" type="presOf" srcId="{E5CCC057-17BB-4D73-B9B8-BAD66385D8D1}" destId="{481BBE8E-158A-433C-AF8F-DC7BF3CD02AA}" srcOrd="0" destOrd="0" presId="urn:microsoft.com/office/officeart/2005/8/layout/vList2"/>
    <dgm:cxn modelId="{056676E1-E008-4531-A833-D85E4D5789F2}" type="presOf" srcId="{4E4C07E2-6FE4-4B1A-AE1A-171021F786E9}" destId="{614352AD-29A6-4597-8464-AC54D9611F90}" srcOrd="0" destOrd="0" presId="urn:microsoft.com/office/officeart/2005/8/layout/vList2"/>
    <dgm:cxn modelId="{CA650FF6-3069-48CC-B3AB-1447666B66DB}" srcId="{A6BC1D18-E24B-4775-B133-94B7293496DA}" destId="{DE513F9B-C3D7-4BE9-9086-5FCBDDF9FAEC}" srcOrd="3" destOrd="0" parTransId="{59785924-2C6D-466D-994D-3354F2BC068B}" sibTransId="{268D124B-F619-4A7F-BC9E-9E87F54C880C}"/>
    <dgm:cxn modelId="{9EC838EA-6EA0-4291-8135-9399EC245C19}" type="presParOf" srcId="{4AED22F2-398F-40EE-BA15-CD593BC00FC0}" destId="{34DFD584-5233-485F-ACEA-8B775B256D13}" srcOrd="0" destOrd="0" presId="urn:microsoft.com/office/officeart/2005/8/layout/vList2"/>
    <dgm:cxn modelId="{682D6542-B747-4974-A56A-CB1CAF9F71DD}" type="presParOf" srcId="{4AED22F2-398F-40EE-BA15-CD593BC00FC0}" destId="{888AE12A-452D-477B-B3E9-696F8140F7D5}" srcOrd="1" destOrd="0" presId="urn:microsoft.com/office/officeart/2005/8/layout/vList2"/>
    <dgm:cxn modelId="{FD8D39E9-148E-4F84-9870-48BF8485EACC}" type="presParOf" srcId="{4AED22F2-398F-40EE-BA15-CD593BC00FC0}" destId="{481BBE8E-158A-433C-AF8F-DC7BF3CD02AA}" srcOrd="2" destOrd="0" presId="urn:microsoft.com/office/officeart/2005/8/layout/vList2"/>
    <dgm:cxn modelId="{E797BAE7-F9E5-4366-B2D4-4C709187226D}" type="presParOf" srcId="{4AED22F2-398F-40EE-BA15-CD593BC00FC0}" destId="{A5DCF805-54E5-4D6C-9331-D4DE25F5F99B}" srcOrd="3" destOrd="0" presId="urn:microsoft.com/office/officeart/2005/8/layout/vList2"/>
    <dgm:cxn modelId="{87D143ED-57F2-4D18-8D61-D6DCF08B004E}" type="presParOf" srcId="{4AED22F2-398F-40EE-BA15-CD593BC00FC0}" destId="{614352AD-29A6-4597-8464-AC54D9611F90}" srcOrd="4" destOrd="0" presId="urn:microsoft.com/office/officeart/2005/8/layout/vList2"/>
    <dgm:cxn modelId="{FAC54D01-0827-48BA-BF4C-779385FE0914}" type="presParOf" srcId="{4AED22F2-398F-40EE-BA15-CD593BC00FC0}" destId="{B8704D01-239C-4353-8B36-52ABA3D27F5C}" srcOrd="5" destOrd="0" presId="urn:microsoft.com/office/officeart/2005/8/layout/vList2"/>
    <dgm:cxn modelId="{E8E4A90F-8930-4B46-BDB0-9EE7795B2BB1}" type="presParOf" srcId="{4AED22F2-398F-40EE-BA15-CD593BC00FC0}" destId="{12C207F7-71F9-4160-B30A-F3C7B5C5BC1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0F54C6C-458B-4489-9248-B2A14507DBA3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A8718B7-A118-45C6-AFBE-703CA85F9F41}">
      <dgm:prSet/>
      <dgm:spPr/>
      <dgm:t>
        <a:bodyPr/>
        <a:lstStyle/>
        <a:p>
          <a:r>
            <a:rPr lang="en-US"/>
            <a:t>• 01 Exploración de datos.</a:t>
          </a:r>
        </a:p>
      </dgm:t>
    </dgm:pt>
    <dgm:pt modelId="{9CEF1CD6-7EEC-49F7-8E40-A612707AF586}" type="parTrans" cxnId="{1A1A7BD9-EA8C-41D6-8A63-57F241F2C280}">
      <dgm:prSet/>
      <dgm:spPr/>
      <dgm:t>
        <a:bodyPr/>
        <a:lstStyle/>
        <a:p>
          <a:endParaRPr lang="en-US"/>
        </a:p>
      </dgm:t>
    </dgm:pt>
    <dgm:pt modelId="{04C2897D-7E6A-4FB9-BDE7-93923B876EDA}" type="sibTrans" cxnId="{1A1A7BD9-EA8C-41D6-8A63-57F241F2C280}">
      <dgm:prSet/>
      <dgm:spPr/>
      <dgm:t>
        <a:bodyPr/>
        <a:lstStyle/>
        <a:p>
          <a:endParaRPr lang="en-US"/>
        </a:p>
      </dgm:t>
    </dgm:pt>
    <dgm:pt modelId="{30C51B2F-31B5-49A2-969C-287C026B777E}">
      <dgm:prSet/>
      <dgm:spPr/>
      <dgm:t>
        <a:bodyPr/>
        <a:lstStyle/>
        <a:p>
          <a:r>
            <a:rPr lang="en-US"/>
            <a:t>• 02 Preprocesamiento.</a:t>
          </a:r>
        </a:p>
      </dgm:t>
    </dgm:pt>
    <dgm:pt modelId="{7BB12B9C-4A50-4E92-A9D8-171FF6293C8D}" type="parTrans" cxnId="{F125314A-F4AF-4838-B828-3A698344E38B}">
      <dgm:prSet/>
      <dgm:spPr/>
      <dgm:t>
        <a:bodyPr/>
        <a:lstStyle/>
        <a:p>
          <a:endParaRPr lang="en-US"/>
        </a:p>
      </dgm:t>
    </dgm:pt>
    <dgm:pt modelId="{C216678B-16F2-4862-9259-9A8E981E9B35}" type="sibTrans" cxnId="{F125314A-F4AF-4838-B828-3A698344E38B}">
      <dgm:prSet/>
      <dgm:spPr/>
      <dgm:t>
        <a:bodyPr/>
        <a:lstStyle/>
        <a:p>
          <a:endParaRPr lang="en-US"/>
        </a:p>
      </dgm:t>
    </dgm:pt>
    <dgm:pt modelId="{C49F4080-5FC1-499A-8712-FBFEE6DDB28A}">
      <dgm:prSet/>
      <dgm:spPr/>
      <dgm:t>
        <a:bodyPr/>
        <a:lstStyle/>
        <a:p>
          <a:r>
            <a:rPr lang="en-US"/>
            <a:t>• 03 Baseline.</a:t>
          </a:r>
        </a:p>
      </dgm:t>
    </dgm:pt>
    <dgm:pt modelId="{E7FE77D2-9ECA-4D23-A559-DAD3922B2F9F}" type="parTrans" cxnId="{EDF58250-3BD5-4CC5-BBEE-3FBB2FDB26A5}">
      <dgm:prSet/>
      <dgm:spPr/>
      <dgm:t>
        <a:bodyPr/>
        <a:lstStyle/>
        <a:p>
          <a:endParaRPr lang="en-US"/>
        </a:p>
      </dgm:t>
    </dgm:pt>
    <dgm:pt modelId="{C845235E-F3A7-4EE2-9100-05032CB06D02}" type="sibTrans" cxnId="{EDF58250-3BD5-4CC5-BBEE-3FBB2FDB26A5}">
      <dgm:prSet/>
      <dgm:spPr/>
      <dgm:t>
        <a:bodyPr/>
        <a:lstStyle/>
        <a:p>
          <a:endParaRPr lang="en-US"/>
        </a:p>
      </dgm:t>
    </dgm:pt>
    <dgm:pt modelId="{0FF87973-C6A6-4F91-81C1-EA05DB3D2F03}">
      <dgm:prSet/>
      <dgm:spPr/>
      <dgm:t>
        <a:bodyPr/>
        <a:lstStyle/>
        <a:p>
          <a:r>
            <a:rPr lang="en-US"/>
            <a:t>• 04 LSTM.</a:t>
          </a:r>
        </a:p>
      </dgm:t>
    </dgm:pt>
    <dgm:pt modelId="{958265F5-4D9D-4F9B-9BF5-869A7A060676}" type="parTrans" cxnId="{B99F5CE8-8EA9-4B2D-A377-34AF8B499DBE}">
      <dgm:prSet/>
      <dgm:spPr/>
      <dgm:t>
        <a:bodyPr/>
        <a:lstStyle/>
        <a:p>
          <a:endParaRPr lang="en-US"/>
        </a:p>
      </dgm:t>
    </dgm:pt>
    <dgm:pt modelId="{B4832C80-84B5-4BE5-9798-2B6BA0ACBCC4}" type="sibTrans" cxnId="{B99F5CE8-8EA9-4B2D-A377-34AF8B499DBE}">
      <dgm:prSet/>
      <dgm:spPr/>
      <dgm:t>
        <a:bodyPr/>
        <a:lstStyle/>
        <a:p>
          <a:endParaRPr lang="en-US"/>
        </a:p>
      </dgm:t>
    </dgm:pt>
    <dgm:pt modelId="{20AEAF18-2CB8-424C-9F44-D389C6B75106}">
      <dgm:prSet/>
      <dgm:spPr/>
      <dgm:t>
        <a:bodyPr/>
        <a:lstStyle/>
        <a:p>
          <a:r>
            <a:rPr lang="en-US"/>
            <a:t>• 05 Transformer.</a:t>
          </a:r>
        </a:p>
      </dgm:t>
    </dgm:pt>
    <dgm:pt modelId="{2FF4FFBA-6AAC-4199-8847-2DF45F4B16AE}" type="parTrans" cxnId="{DEC1FDF2-C8DE-4EA9-98C8-2094FA5FD909}">
      <dgm:prSet/>
      <dgm:spPr/>
      <dgm:t>
        <a:bodyPr/>
        <a:lstStyle/>
        <a:p>
          <a:endParaRPr lang="en-US"/>
        </a:p>
      </dgm:t>
    </dgm:pt>
    <dgm:pt modelId="{0ADCC3AE-FE0C-450F-9070-0DEBEB6B8C19}" type="sibTrans" cxnId="{DEC1FDF2-C8DE-4EA9-98C8-2094FA5FD909}">
      <dgm:prSet/>
      <dgm:spPr/>
      <dgm:t>
        <a:bodyPr/>
        <a:lstStyle/>
        <a:p>
          <a:endParaRPr lang="en-US"/>
        </a:p>
      </dgm:t>
    </dgm:pt>
    <dgm:pt modelId="{6BEEF192-9F29-48C8-A990-8643B7C1BEDB}">
      <dgm:prSet/>
      <dgm:spPr/>
      <dgm:t>
        <a:bodyPr/>
        <a:lstStyle/>
        <a:p>
          <a:r>
            <a:rPr lang="en-US"/>
            <a:t>• 06 Iteraciones experimentales.</a:t>
          </a:r>
        </a:p>
      </dgm:t>
    </dgm:pt>
    <dgm:pt modelId="{7A405A61-9279-40A0-AFD1-FDE2FC795040}" type="parTrans" cxnId="{827E71B8-431C-4DA2-B558-F9A53042946E}">
      <dgm:prSet/>
      <dgm:spPr/>
      <dgm:t>
        <a:bodyPr/>
        <a:lstStyle/>
        <a:p>
          <a:endParaRPr lang="en-US"/>
        </a:p>
      </dgm:t>
    </dgm:pt>
    <dgm:pt modelId="{19C1BD25-28B0-47F8-95C2-C1D5E5ADC970}" type="sibTrans" cxnId="{827E71B8-431C-4DA2-B558-F9A53042946E}">
      <dgm:prSet/>
      <dgm:spPr/>
      <dgm:t>
        <a:bodyPr/>
        <a:lstStyle/>
        <a:p>
          <a:endParaRPr lang="en-US"/>
        </a:p>
      </dgm:t>
    </dgm:pt>
    <dgm:pt modelId="{DC449C65-0F52-4D2C-9EB7-356C631DFECD}" type="pres">
      <dgm:prSet presAssocID="{80F54C6C-458B-4489-9248-B2A14507DBA3}" presName="linear" presStyleCnt="0">
        <dgm:presLayoutVars>
          <dgm:animLvl val="lvl"/>
          <dgm:resizeHandles val="exact"/>
        </dgm:presLayoutVars>
      </dgm:prSet>
      <dgm:spPr/>
    </dgm:pt>
    <dgm:pt modelId="{CD2D30C1-6094-4034-AF5F-004C026E9485}" type="pres">
      <dgm:prSet presAssocID="{3A8718B7-A118-45C6-AFBE-703CA85F9F41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31F21B02-7047-4A8C-88F7-710EBE58EF6E}" type="pres">
      <dgm:prSet presAssocID="{04C2897D-7E6A-4FB9-BDE7-93923B876EDA}" presName="spacer" presStyleCnt="0"/>
      <dgm:spPr/>
    </dgm:pt>
    <dgm:pt modelId="{948A9D21-0598-4767-A78F-E827140B89C6}" type="pres">
      <dgm:prSet presAssocID="{30C51B2F-31B5-49A2-969C-287C026B777E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48698358-88EE-4407-873F-9D3985BD3C49}" type="pres">
      <dgm:prSet presAssocID="{C216678B-16F2-4862-9259-9A8E981E9B35}" presName="spacer" presStyleCnt="0"/>
      <dgm:spPr/>
    </dgm:pt>
    <dgm:pt modelId="{E2B5F00B-32C4-427B-96E5-C8B51EC0BAFB}" type="pres">
      <dgm:prSet presAssocID="{C49F4080-5FC1-499A-8712-FBFEE6DDB28A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2C4000CB-4B7C-4A90-AC72-678E1A0F6053}" type="pres">
      <dgm:prSet presAssocID="{C845235E-F3A7-4EE2-9100-05032CB06D02}" presName="spacer" presStyleCnt="0"/>
      <dgm:spPr/>
    </dgm:pt>
    <dgm:pt modelId="{37C234C0-61C3-4A85-A1FE-3A8C50C2CEE3}" type="pres">
      <dgm:prSet presAssocID="{0FF87973-C6A6-4F91-81C1-EA05DB3D2F03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E110D420-1B75-46AE-A572-37EE63E2A35B}" type="pres">
      <dgm:prSet presAssocID="{B4832C80-84B5-4BE5-9798-2B6BA0ACBCC4}" presName="spacer" presStyleCnt="0"/>
      <dgm:spPr/>
    </dgm:pt>
    <dgm:pt modelId="{0167D292-2380-48A8-9594-5EFEF6912924}" type="pres">
      <dgm:prSet presAssocID="{20AEAF18-2CB8-424C-9F44-D389C6B75106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B3673DC-871C-48C3-B7FB-EE95D91CB0A0}" type="pres">
      <dgm:prSet presAssocID="{0ADCC3AE-FE0C-450F-9070-0DEBEB6B8C19}" presName="spacer" presStyleCnt="0"/>
      <dgm:spPr/>
    </dgm:pt>
    <dgm:pt modelId="{4CD399D8-7DDA-42E3-93B6-9A8AAE62B0F0}" type="pres">
      <dgm:prSet presAssocID="{6BEEF192-9F29-48C8-A990-8643B7C1BEDB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3F887B04-BC74-4FED-B755-20359939073F}" type="presOf" srcId="{C49F4080-5FC1-499A-8712-FBFEE6DDB28A}" destId="{E2B5F00B-32C4-427B-96E5-C8B51EC0BAFB}" srcOrd="0" destOrd="0" presId="urn:microsoft.com/office/officeart/2005/8/layout/vList2"/>
    <dgm:cxn modelId="{7E183B5C-8562-473E-9730-B797AE2DEE1B}" type="presOf" srcId="{30C51B2F-31B5-49A2-969C-287C026B777E}" destId="{948A9D21-0598-4767-A78F-E827140B89C6}" srcOrd="0" destOrd="0" presId="urn:microsoft.com/office/officeart/2005/8/layout/vList2"/>
    <dgm:cxn modelId="{F125314A-F4AF-4838-B828-3A698344E38B}" srcId="{80F54C6C-458B-4489-9248-B2A14507DBA3}" destId="{30C51B2F-31B5-49A2-969C-287C026B777E}" srcOrd="1" destOrd="0" parTransId="{7BB12B9C-4A50-4E92-A9D8-171FF6293C8D}" sibTransId="{C216678B-16F2-4862-9259-9A8E981E9B35}"/>
    <dgm:cxn modelId="{EDF58250-3BD5-4CC5-BBEE-3FBB2FDB26A5}" srcId="{80F54C6C-458B-4489-9248-B2A14507DBA3}" destId="{C49F4080-5FC1-499A-8712-FBFEE6DDB28A}" srcOrd="2" destOrd="0" parTransId="{E7FE77D2-9ECA-4D23-A559-DAD3922B2F9F}" sibTransId="{C845235E-F3A7-4EE2-9100-05032CB06D02}"/>
    <dgm:cxn modelId="{AA753CA5-4551-4795-A993-947DF8A610AF}" type="presOf" srcId="{0FF87973-C6A6-4F91-81C1-EA05DB3D2F03}" destId="{37C234C0-61C3-4A85-A1FE-3A8C50C2CEE3}" srcOrd="0" destOrd="0" presId="urn:microsoft.com/office/officeart/2005/8/layout/vList2"/>
    <dgm:cxn modelId="{827E71B8-431C-4DA2-B558-F9A53042946E}" srcId="{80F54C6C-458B-4489-9248-B2A14507DBA3}" destId="{6BEEF192-9F29-48C8-A990-8643B7C1BEDB}" srcOrd="5" destOrd="0" parTransId="{7A405A61-9279-40A0-AFD1-FDE2FC795040}" sibTransId="{19C1BD25-28B0-47F8-95C2-C1D5E5ADC970}"/>
    <dgm:cxn modelId="{1A1A7BD9-EA8C-41D6-8A63-57F241F2C280}" srcId="{80F54C6C-458B-4489-9248-B2A14507DBA3}" destId="{3A8718B7-A118-45C6-AFBE-703CA85F9F41}" srcOrd="0" destOrd="0" parTransId="{9CEF1CD6-7EEC-49F7-8E40-A612707AF586}" sibTransId="{04C2897D-7E6A-4FB9-BDE7-93923B876EDA}"/>
    <dgm:cxn modelId="{579743DB-2B46-4C07-980F-7CD7CADECC12}" type="presOf" srcId="{3A8718B7-A118-45C6-AFBE-703CA85F9F41}" destId="{CD2D30C1-6094-4034-AF5F-004C026E9485}" srcOrd="0" destOrd="0" presId="urn:microsoft.com/office/officeart/2005/8/layout/vList2"/>
    <dgm:cxn modelId="{6D90A2DC-D94B-4F7F-B3D3-B88CE7641964}" type="presOf" srcId="{6BEEF192-9F29-48C8-A990-8643B7C1BEDB}" destId="{4CD399D8-7DDA-42E3-93B6-9A8AAE62B0F0}" srcOrd="0" destOrd="0" presId="urn:microsoft.com/office/officeart/2005/8/layout/vList2"/>
    <dgm:cxn modelId="{6FE8A2E0-B8DF-447D-AF40-8411A7B986E8}" type="presOf" srcId="{20AEAF18-2CB8-424C-9F44-D389C6B75106}" destId="{0167D292-2380-48A8-9594-5EFEF6912924}" srcOrd="0" destOrd="0" presId="urn:microsoft.com/office/officeart/2005/8/layout/vList2"/>
    <dgm:cxn modelId="{B99F5CE8-8EA9-4B2D-A377-34AF8B499DBE}" srcId="{80F54C6C-458B-4489-9248-B2A14507DBA3}" destId="{0FF87973-C6A6-4F91-81C1-EA05DB3D2F03}" srcOrd="3" destOrd="0" parTransId="{958265F5-4D9D-4F9B-9BF5-869A7A060676}" sibTransId="{B4832C80-84B5-4BE5-9798-2B6BA0ACBCC4}"/>
    <dgm:cxn modelId="{DEC1FDF2-C8DE-4EA9-98C8-2094FA5FD909}" srcId="{80F54C6C-458B-4489-9248-B2A14507DBA3}" destId="{20AEAF18-2CB8-424C-9F44-D389C6B75106}" srcOrd="4" destOrd="0" parTransId="{2FF4FFBA-6AAC-4199-8847-2DF45F4B16AE}" sibTransId="{0ADCC3AE-FE0C-450F-9070-0DEBEB6B8C19}"/>
    <dgm:cxn modelId="{50558BFE-DC30-46F0-BB40-40EE96A100AE}" type="presOf" srcId="{80F54C6C-458B-4489-9248-B2A14507DBA3}" destId="{DC449C65-0F52-4D2C-9EB7-356C631DFECD}" srcOrd="0" destOrd="0" presId="urn:microsoft.com/office/officeart/2005/8/layout/vList2"/>
    <dgm:cxn modelId="{03DA6B64-9B8C-4970-AF6E-271068735E23}" type="presParOf" srcId="{DC449C65-0F52-4D2C-9EB7-356C631DFECD}" destId="{CD2D30C1-6094-4034-AF5F-004C026E9485}" srcOrd="0" destOrd="0" presId="urn:microsoft.com/office/officeart/2005/8/layout/vList2"/>
    <dgm:cxn modelId="{864848D1-A71D-455E-B468-4497529C8BC9}" type="presParOf" srcId="{DC449C65-0F52-4D2C-9EB7-356C631DFECD}" destId="{31F21B02-7047-4A8C-88F7-710EBE58EF6E}" srcOrd="1" destOrd="0" presId="urn:microsoft.com/office/officeart/2005/8/layout/vList2"/>
    <dgm:cxn modelId="{4BB00611-3753-4BA3-8356-F99A3D7F8BE3}" type="presParOf" srcId="{DC449C65-0F52-4D2C-9EB7-356C631DFECD}" destId="{948A9D21-0598-4767-A78F-E827140B89C6}" srcOrd="2" destOrd="0" presId="urn:microsoft.com/office/officeart/2005/8/layout/vList2"/>
    <dgm:cxn modelId="{A2B60C7F-2A18-4137-A3D4-491268C687CF}" type="presParOf" srcId="{DC449C65-0F52-4D2C-9EB7-356C631DFECD}" destId="{48698358-88EE-4407-873F-9D3985BD3C49}" srcOrd="3" destOrd="0" presId="urn:microsoft.com/office/officeart/2005/8/layout/vList2"/>
    <dgm:cxn modelId="{3BB28A03-DB9E-4260-B232-7C9901A1F327}" type="presParOf" srcId="{DC449C65-0F52-4D2C-9EB7-356C631DFECD}" destId="{E2B5F00B-32C4-427B-96E5-C8B51EC0BAFB}" srcOrd="4" destOrd="0" presId="urn:microsoft.com/office/officeart/2005/8/layout/vList2"/>
    <dgm:cxn modelId="{37763235-2060-42CA-AD2C-E5F3F84B43A0}" type="presParOf" srcId="{DC449C65-0F52-4D2C-9EB7-356C631DFECD}" destId="{2C4000CB-4B7C-4A90-AC72-678E1A0F6053}" srcOrd="5" destOrd="0" presId="urn:microsoft.com/office/officeart/2005/8/layout/vList2"/>
    <dgm:cxn modelId="{8D848F8C-F4A8-4E73-A6CA-49D1014BF4D8}" type="presParOf" srcId="{DC449C65-0F52-4D2C-9EB7-356C631DFECD}" destId="{37C234C0-61C3-4A85-A1FE-3A8C50C2CEE3}" srcOrd="6" destOrd="0" presId="urn:microsoft.com/office/officeart/2005/8/layout/vList2"/>
    <dgm:cxn modelId="{61048002-8680-43AE-A38C-8D8AC7BB0AF2}" type="presParOf" srcId="{DC449C65-0F52-4D2C-9EB7-356C631DFECD}" destId="{E110D420-1B75-46AE-A572-37EE63E2A35B}" srcOrd="7" destOrd="0" presId="urn:microsoft.com/office/officeart/2005/8/layout/vList2"/>
    <dgm:cxn modelId="{3AA5E676-8116-40D6-985C-291302F3CD5B}" type="presParOf" srcId="{DC449C65-0F52-4D2C-9EB7-356C631DFECD}" destId="{0167D292-2380-48A8-9594-5EFEF6912924}" srcOrd="8" destOrd="0" presId="urn:microsoft.com/office/officeart/2005/8/layout/vList2"/>
    <dgm:cxn modelId="{E0C0F690-2C28-4EDE-9D19-38D60C9EB456}" type="presParOf" srcId="{DC449C65-0F52-4D2C-9EB7-356C631DFECD}" destId="{DB3673DC-871C-48C3-B7FB-EE95D91CB0A0}" srcOrd="9" destOrd="0" presId="urn:microsoft.com/office/officeart/2005/8/layout/vList2"/>
    <dgm:cxn modelId="{6CFD0D43-6602-4B13-88CD-F57F2D42BD58}" type="presParOf" srcId="{DC449C65-0F52-4D2C-9EB7-356C631DFECD}" destId="{4CD399D8-7DDA-42E3-93B6-9A8AAE62B0F0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1541117-D0A6-41C0-83FC-86CA59E9CDF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9330438-929E-47ED-BA6D-6093EA9C6FDB}">
      <dgm:prSet/>
      <dgm:spPr/>
      <dgm:t>
        <a:bodyPr/>
        <a:lstStyle/>
        <a:p>
          <a:r>
            <a:rPr lang="en-US"/>
            <a:t>1. Exploración de datos.</a:t>
          </a:r>
        </a:p>
      </dgm:t>
    </dgm:pt>
    <dgm:pt modelId="{F873F126-E08A-4EAD-9972-4F04544CD3F9}" type="parTrans" cxnId="{BDC2BED3-BAFC-4928-AFEF-8A576DD213BD}">
      <dgm:prSet/>
      <dgm:spPr/>
      <dgm:t>
        <a:bodyPr/>
        <a:lstStyle/>
        <a:p>
          <a:endParaRPr lang="en-US"/>
        </a:p>
      </dgm:t>
    </dgm:pt>
    <dgm:pt modelId="{C91DD11F-D729-42FD-BF16-4C121583AEB0}" type="sibTrans" cxnId="{BDC2BED3-BAFC-4928-AFEF-8A576DD213BD}">
      <dgm:prSet/>
      <dgm:spPr/>
      <dgm:t>
        <a:bodyPr/>
        <a:lstStyle/>
        <a:p>
          <a:endParaRPr lang="en-US"/>
        </a:p>
      </dgm:t>
    </dgm:pt>
    <dgm:pt modelId="{B1019A5B-1314-4D8E-964C-79DCC1D3733B}">
      <dgm:prSet/>
      <dgm:spPr/>
      <dgm:t>
        <a:bodyPr/>
        <a:lstStyle/>
        <a:p>
          <a:r>
            <a:rPr lang="en-US"/>
            <a:t>2. Preprocesado y construcción de secuencias.</a:t>
          </a:r>
        </a:p>
      </dgm:t>
    </dgm:pt>
    <dgm:pt modelId="{0826A66F-883E-47E6-9923-74A898ACFC31}" type="parTrans" cxnId="{CDD27EF3-1FCA-4AAE-B041-8781FE8FB0D5}">
      <dgm:prSet/>
      <dgm:spPr/>
      <dgm:t>
        <a:bodyPr/>
        <a:lstStyle/>
        <a:p>
          <a:endParaRPr lang="en-US"/>
        </a:p>
      </dgm:t>
    </dgm:pt>
    <dgm:pt modelId="{3B3341CF-5DF1-4D8B-A158-D3B0078D3496}" type="sibTrans" cxnId="{CDD27EF3-1FCA-4AAE-B041-8781FE8FB0D5}">
      <dgm:prSet/>
      <dgm:spPr/>
      <dgm:t>
        <a:bodyPr/>
        <a:lstStyle/>
        <a:p>
          <a:endParaRPr lang="en-US"/>
        </a:p>
      </dgm:t>
    </dgm:pt>
    <dgm:pt modelId="{B1E38C6E-2C77-47A4-8CF1-57D29834D574}">
      <dgm:prSet/>
      <dgm:spPr/>
      <dgm:t>
        <a:bodyPr/>
        <a:lstStyle/>
        <a:p>
          <a:r>
            <a:rPr lang="en-US"/>
            <a:t>3. Modelos: Baseline → LSTM → Transformer.</a:t>
          </a:r>
        </a:p>
      </dgm:t>
    </dgm:pt>
    <dgm:pt modelId="{45568CB4-3BC5-4E20-8DB2-723C79A6F516}" type="parTrans" cxnId="{AC119143-BD2C-445F-91C1-6107E31C6E7F}">
      <dgm:prSet/>
      <dgm:spPr/>
      <dgm:t>
        <a:bodyPr/>
        <a:lstStyle/>
        <a:p>
          <a:endParaRPr lang="en-US"/>
        </a:p>
      </dgm:t>
    </dgm:pt>
    <dgm:pt modelId="{708079D6-A339-4BFC-86C6-6C4D770B3C20}" type="sibTrans" cxnId="{AC119143-BD2C-445F-91C1-6107E31C6E7F}">
      <dgm:prSet/>
      <dgm:spPr/>
      <dgm:t>
        <a:bodyPr/>
        <a:lstStyle/>
        <a:p>
          <a:endParaRPr lang="en-US"/>
        </a:p>
      </dgm:t>
    </dgm:pt>
    <dgm:pt modelId="{6C6D3B64-15F6-476A-A38B-05F75960E63C}">
      <dgm:prSet/>
      <dgm:spPr/>
      <dgm:t>
        <a:bodyPr/>
        <a:lstStyle/>
        <a:p>
          <a:r>
            <a:rPr lang="en-US"/>
            <a:t>4. Evaluación y análisis comparativo.</a:t>
          </a:r>
        </a:p>
      </dgm:t>
    </dgm:pt>
    <dgm:pt modelId="{98A9A3C0-1F49-4A96-B2AF-5DB26743D539}" type="parTrans" cxnId="{82E516EE-6CA8-4DF3-A66F-E3C81F5E30C6}">
      <dgm:prSet/>
      <dgm:spPr/>
      <dgm:t>
        <a:bodyPr/>
        <a:lstStyle/>
        <a:p>
          <a:endParaRPr lang="en-US"/>
        </a:p>
      </dgm:t>
    </dgm:pt>
    <dgm:pt modelId="{4076186F-E398-4063-B79B-C4F197CD731C}" type="sibTrans" cxnId="{82E516EE-6CA8-4DF3-A66F-E3C81F5E30C6}">
      <dgm:prSet/>
      <dgm:spPr/>
      <dgm:t>
        <a:bodyPr/>
        <a:lstStyle/>
        <a:p>
          <a:endParaRPr lang="en-US"/>
        </a:p>
      </dgm:t>
    </dgm:pt>
    <dgm:pt modelId="{4C713A92-51EE-42E0-A577-55A593E7932E}" type="pres">
      <dgm:prSet presAssocID="{F1541117-D0A6-41C0-83FC-86CA59E9CDFB}" presName="linear" presStyleCnt="0">
        <dgm:presLayoutVars>
          <dgm:animLvl val="lvl"/>
          <dgm:resizeHandles val="exact"/>
        </dgm:presLayoutVars>
      </dgm:prSet>
      <dgm:spPr/>
    </dgm:pt>
    <dgm:pt modelId="{4267B50C-F4CC-414D-8E2C-596DCDFE97A5}" type="pres">
      <dgm:prSet presAssocID="{A9330438-929E-47ED-BA6D-6093EA9C6FD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CEB1F3A-2B42-4619-9A9B-9A40B6B8A345}" type="pres">
      <dgm:prSet presAssocID="{C91DD11F-D729-42FD-BF16-4C121583AEB0}" presName="spacer" presStyleCnt="0"/>
      <dgm:spPr/>
    </dgm:pt>
    <dgm:pt modelId="{6792F7FE-C01E-4BA6-B21E-BC291F15E202}" type="pres">
      <dgm:prSet presAssocID="{B1019A5B-1314-4D8E-964C-79DCC1D3733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57094C4-5DD9-4F15-B0D4-5ACC1637A99A}" type="pres">
      <dgm:prSet presAssocID="{3B3341CF-5DF1-4D8B-A158-D3B0078D3496}" presName="spacer" presStyleCnt="0"/>
      <dgm:spPr/>
    </dgm:pt>
    <dgm:pt modelId="{10396355-FBB8-4F8B-BAD7-B5D7BC0C81DD}" type="pres">
      <dgm:prSet presAssocID="{B1E38C6E-2C77-47A4-8CF1-57D29834D57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A54B2A2-C057-4125-9299-F6984B2DF7E7}" type="pres">
      <dgm:prSet presAssocID="{708079D6-A339-4BFC-86C6-6C4D770B3C20}" presName="spacer" presStyleCnt="0"/>
      <dgm:spPr/>
    </dgm:pt>
    <dgm:pt modelId="{9829FF0C-0485-4BA3-A9CA-1637F9C348A9}" type="pres">
      <dgm:prSet presAssocID="{6C6D3B64-15F6-476A-A38B-05F75960E63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5D81C35-4C86-4075-A66B-DCD1CAE61528}" type="presOf" srcId="{B1019A5B-1314-4D8E-964C-79DCC1D3733B}" destId="{6792F7FE-C01E-4BA6-B21E-BC291F15E202}" srcOrd="0" destOrd="0" presId="urn:microsoft.com/office/officeart/2005/8/layout/vList2"/>
    <dgm:cxn modelId="{B611DB3D-F79C-43B9-8F98-06656C023F3B}" type="presOf" srcId="{F1541117-D0A6-41C0-83FC-86CA59E9CDFB}" destId="{4C713A92-51EE-42E0-A577-55A593E7932E}" srcOrd="0" destOrd="0" presId="urn:microsoft.com/office/officeart/2005/8/layout/vList2"/>
    <dgm:cxn modelId="{AC119143-BD2C-445F-91C1-6107E31C6E7F}" srcId="{F1541117-D0A6-41C0-83FC-86CA59E9CDFB}" destId="{B1E38C6E-2C77-47A4-8CF1-57D29834D574}" srcOrd="2" destOrd="0" parTransId="{45568CB4-3BC5-4E20-8DB2-723C79A6F516}" sibTransId="{708079D6-A339-4BFC-86C6-6C4D770B3C20}"/>
    <dgm:cxn modelId="{43F8479A-75F3-43E3-ABAE-D5CD85FBBAEC}" type="presOf" srcId="{A9330438-929E-47ED-BA6D-6093EA9C6FDB}" destId="{4267B50C-F4CC-414D-8E2C-596DCDFE97A5}" srcOrd="0" destOrd="0" presId="urn:microsoft.com/office/officeart/2005/8/layout/vList2"/>
    <dgm:cxn modelId="{BDC2BED3-BAFC-4928-AFEF-8A576DD213BD}" srcId="{F1541117-D0A6-41C0-83FC-86CA59E9CDFB}" destId="{A9330438-929E-47ED-BA6D-6093EA9C6FDB}" srcOrd="0" destOrd="0" parTransId="{F873F126-E08A-4EAD-9972-4F04544CD3F9}" sibTransId="{C91DD11F-D729-42FD-BF16-4C121583AEB0}"/>
    <dgm:cxn modelId="{D465B1DB-4280-4D6E-9C12-DD2C4E282D33}" type="presOf" srcId="{6C6D3B64-15F6-476A-A38B-05F75960E63C}" destId="{9829FF0C-0485-4BA3-A9CA-1637F9C348A9}" srcOrd="0" destOrd="0" presId="urn:microsoft.com/office/officeart/2005/8/layout/vList2"/>
    <dgm:cxn modelId="{82E516EE-6CA8-4DF3-A66F-E3C81F5E30C6}" srcId="{F1541117-D0A6-41C0-83FC-86CA59E9CDFB}" destId="{6C6D3B64-15F6-476A-A38B-05F75960E63C}" srcOrd="3" destOrd="0" parTransId="{98A9A3C0-1F49-4A96-B2AF-5DB26743D539}" sibTransId="{4076186F-E398-4063-B79B-C4F197CD731C}"/>
    <dgm:cxn modelId="{CB0504F2-B729-4B73-9DC2-1DE990EAE2C4}" type="presOf" srcId="{B1E38C6E-2C77-47A4-8CF1-57D29834D574}" destId="{10396355-FBB8-4F8B-BAD7-B5D7BC0C81DD}" srcOrd="0" destOrd="0" presId="urn:microsoft.com/office/officeart/2005/8/layout/vList2"/>
    <dgm:cxn modelId="{CDD27EF3-1FCA-4AAE-B041-8781FE8FB0D5}" srcId="{F1541117-D0A6-41C0-83FC-86CA59E9CDFB}" destId="{B1019A5B-1314-4D8E-964C-79DCC1D3733B}" srcOrd="1" destOrd="0" parTransId="{0826A66F-883E-47E6-9923-74A898ACFC31}" sibTransId="{3B3341CF-5DF1-4D8B-A158-D3B0078D3496}"/>
    <dgm:cxn modelId="{CDCA7D37-66BC-4793-BAAA-83D6E727633A}" type="presParOf" srcId="{4C713A92-51EE-42E0-A577-55A593E7932E}" destId="{4267B50C-F4CC-414D-8E2C-596DCDFE97A5}" srcOrd="0" destOrd="0" presId="urn:microsoft.com/office/officeart/2005/8/layout/vList2"/>
    <dgm:cxn modelId="{25D85759-40FD-42CA-A481-E48B45449F76}" type="presParOf" srcId="{4C713A92-51EE-42E0-A577-55A593E7932E}" destId="{3CEB1F3A-2B42-4619-9A9B-9A40B6B8A345}" srcOrd="1" destOrd="0" presId="urn:microsoft.com/office/officeart/2005/8/layout/vList2"/>
    <dgm:cxn modelId="{D526D7B2-8D7D-4C71-B171-AF067D3703A9}" type="presParOf" srcId="{4C713A92-51EE-42E0-A577-55A593E7932E}" destId="{6792F7FE-C01E-4BA6-B21E-BC291F15E202}" srcOrd="2" destOrd="0" presId="urn:microsoft.com/office/officeart/2005/8/layout/vList2"/>
    <dgm:cxn modelId="{25F766A7-5B4D-4263-B4D9-B4C61EFE1E47}" type="presParOf" srcId="{4C713A92-51EE-42E0-A577-55A593E7932E}" destId="{657094C4-5DD9-4F15-B0D4-5ACC1637A99A}" srcOrd="3" destOrd="0" presId="urn:microsoft.com/office/officeart/2005/8/layout/vList2"/>
    <dgm:cxn modelId="{2FC04265-BA6E-489E-A953-1B9B9C3FF9FE}" type="presParOf" srcId="{4C713A92-51EE-42E0-A577-55A593E7932E}" destId="{10396355-FBB8-4F8B-BAD7-B5D7BC0C81DD}" srcOrd="4" destOrd="0" presId="urn:microsoft.com/office/officeart/2005/8/layout/vList2"/>
    <dgm:cxn modelId="{BEBF479E-36CF-4507-B3DC-792A0ACFDAF9}" type="presParOf" srcId="{4C713A92-51EE-42E0-A577-55A593E7932E}" destId="{6A54B2A2-C057-4125-9299-F6984B2DF7E7}" srcOrd="5" destOrd="0" presId="urn:microsoft.com/office/officeart/2005/8/layout/vList2"/>
    <dgm:cxn modelId="{8D467E9C-BA17-477A-9A2C-ECDC3AAE8A75}" type="presParOf" srcId="{4C713A92-51EE-42E0-A577-55A593E7932E}" destId="{9829FF0C-0485-4BA3-A9CA-1637F9C348A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59E64A6-AFE6-454B-9A2B-50388E611CDF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CDF2A72-A8F3-456D-8854-5529E6AB0688}">
      <dgm:prSet/>
      <dgm:spPr/>
      <dgm:t>
        <a:bodyPr/>
        <a:lstStyle/>
        <a:p>
          <a:r>
            <a:rPr lang="en-US"/>
            <a:t>• Ordenamiento temporal.</a:t>
          </a:r>
        </a:p>
      </dgm:t>
    </dgm:pt>
    <dgm:pt modelId="{554256F0-06F8-45C6-9860-06075CD03E35}" type="parTrans" cxnId="{66389D2E-B7FF-4F7A-A9BB-D5A5ABFE653D}">
      <dgm:prSet/>
      <dgm:spPr/>
      <dgm:t>
        <a:bodyPr/>
        <a:lstStyle/>
        <a:p>
          <a:endParaRPr lang="en-US"/>
        </a:p>
      </dgm:t>
    </dgm:pt>
    <dgm:pt modelId="{095C0050-703F-447F-9F63-09FC2BFDE044}" type="sibTrans" cxnId="{66389D2E-B7FF-4F7A-A9BB-D5A5ABFE653D}">
      <dgm:prSet/>
      <dgm:spPr/>
      <dgm:t>
        <a:bodyPr/>
        <a:lstStyle/>
        <a:p>
          <a:endParaRPr lang="en-US"/>
        </a:p>
      </dgm:t>
    </dgm:pt>
    <dgm:pt modelId="{8DE25567-063A-458C-AD2B-C1B178268630}">
      <dgm:prSet/>
      <dgm:spPr/>
      <dgm:t>
        <a:bodyPr/>
        <a:lstStyle/>
        <a:p>
          <a:r>
            <a:rPr lang="en-US"/>
            <a:t>• Filtrado por equipo.</a:t>
          </a:r>
        </a:p>
      </dgm:t>
    </dgm:pt>
    <dgm:pt modelId="{A23387C5-FF0E-4E0F-8B08-1580EFBA9A05}" type="parTrans" cxnId="{2CCB437A-6F54-441A-9F97-887D32C7FE81}">
      <dgm:prSet/>
      <dgm:spPr/>
      <dgm:t>
        <a:bodyPr/>
        <a:lstStyle/>
        <a:p>
          <a:endParaRPr lang="en-US"/>
        </a:p>
      </dgm:t>
    </dgm:pt>
    <dgm:pt modelId="{966B8ED4-CF69-422B-975C-2CB2C5D6DEA5}" type="sibTrans" cxnId="{2CCB437A-6F54-441A-9F97-887D32C7FE81}">
      <dgm:prSet/>
      <dgm:spPr/>
      <dgm:t>
        <a:bodyPr/>
        <a:lstStyle/>
        <a:p>
          <a:endParaRPr lang="en-US"/>
        </a:p>
      </dgm:t>
    </dgm:pt>
    <dgm:pt modelId="{E5ABED44-8671-4223-97E7-7883CAD3ED95}">
      <dgm:prSet/>
      <dgm:spPr/>
      <dgm:t>
        <a:bodyPr/>
        <a:lstStyle/>
        <a:p>
          <a:r>
            <a:rPr lang="en-US"/>
            <a:t>• Variable objetivo: victoria/empate/derrota.</a:t>
          </a:r>
        </a:p>
      </dgm:t>
    </dgm:pt>
    <dgm:pt modelId="{BAFDDA3C-4D60-409B-9821-8CC96AEA9A35}" type="parTrans" cxnId="{66307EC2-2A99-4F86-92D8-1001DBC14906}">
      <dgm:prSet/>
      <dgm:spPr/>
      <dgm:t>
        <a:bodyPr/>
        <a:lstStyle/>
        <a:p>
          <a:endParaRPr lang="en-US"/>
        </a:p>
      </dgm:t>
    </dgm:pt>
    <dgm:pt modelId="{256D5A20-463C-40B6-A971-F076FCB9D39F}" type="sibTrans" cxnId="{66307EC2-2A99-4F86-92D8-1001DBC14906}">
      <dgm:prSet/>
      <dgm:spPr/>
      <dgm:t>
        <a:bodyPr/>
        <a:lstStyle/>
        <a:p>
          <a:endParaRPr lang="en-US"/>
        </a:p>
      </dgm:t>
    </dgm:pt>
    <dgm:pt modelId="{581BCC6C-1713-4ED9-BB77-753EF9CE663A}">
      <dgm:prSet/>
      <dgm:spPr/>
      <dgm:t>
        <a:bodyPr/>
        <a:lstStyle/>
        <a:p>
          <a:r>
            <a:rPr lang="en-US"/>
            <a:t>• Diferencia de goles.</a:t>
          </a:r>
        </a:p>
      </dgm:t>
    </dgm:pt>
    <dgm:pt modelId="{B58B28CF-1366-4139-8D02-412529C36548}" type="parTrans" cxnId="{9DE48FF7-CD14-45B3-9C9B-9FFBEB6AB59F}">
      <dgm:prSet/>
      <dgm:spPr/>
      <dgm:t>
        <a:bodyPr/>
        <a:lstStyle/>
        <a:p>
          <a:endParaRPr lang="en-US"/>
        </a:p>
      </dgm:t>
    </dgm:pt>
    <dgm:pt modelId="{7A62B9FE-9DBB-47AE-96AC-A0E8BC2BF396}" type="sibTrans" cxnId="{9DE48FF7-CD14-45B3-9C9B-9FFBEB6AB59F}">
      <dgm:prSet/>
      <dgm:spPr/>
      <dgm:t>
        <a:bodyPr/>
        <a:lstStyle/>
        <a:p>
          <a:endParaRPr lang="en-US"/>
        </a:p>
      </dgm:t>
    </dgm:pt>
    <dgm:pt modelId="{89AAF3BC-E5A2-4749-83CB-65EF811B8DF2}">
      <dgm:prSet/>
      <dgm:spPr/>
      <dgm:t>
        <a:bodyPr/>
        <a:lstStyle/>
        <a:p>
          <a:r>
            <a:rPr lang="en-US"/>
            <a:t>• Construcción de ventanas temporales.</a:t>
          </a:r>
        </a:p>
      </dgm:t>
    </dgm:pt>
    <dgm:pt modelId="{F86191F1-5A9D-4A28-86A5-600DE4C0566E}" type="parTrans" cxnId="{E1685A27-9FD4-49D9-8A2D-72A31A064287}">
      <dgm:prSet/>
      <dgm:spPr/>
      <dgm:t>
        <a:bodyPr/>
        <a:lstStyle/>
        <a:p>
          <a:endParaRPr lang="en-US"/>
        </a:p>
      </dgm:t>
    </dgm:pt>
    <dgm:pt modelId="{420DDFF1-ED10-459C-A6E6-FE9F0B984998}" type="sibTrans" cxnId="{E1685A27-9FD4-49D9-8A2D-72A31A064287}">
      <dgm:prSet/>
      <dgm:spPr/>
      <dgm:t>
        <a:bodyPr/>
        <a:lstStyle/>
        <a:p>
          <a:endParaRPr lang="en-US"/>
        </a:p>
      </dgm:t>
    </dgm:pt>
    <dgm:pt modelId="{B44B5B9D-CFDA-48CB-AAC4-2EF1D052D4E2}">
      <dgm:prSet/>
      <dgm:spPr/>
      <dgm:t>
        <a:bodyPr/>
        <a:lstStyle/>
        <a:p>
          <a:r>
            <a:rPr lang="en-US"/>
            <a:t>• División temporal train/val/test.</a:t>
          </a:r>
        </a:p>
      </dgm:t>
    </dgm:pt>
    <dgm:pt modelId="{7D3245D7-E788-4B6B-9466-6719550EB2DD}" type="parTrans" cxnId="{A13A3BD7-6B30-4B52-B4B1-55BD76FC3144}">
      <dgm:prSet/>
      <dgm:spPr/>
      <dgm:t>
        <a:bodyPr/>
        <a:lstStyle/>
        <a:p>
          <a:endParaRPr lang="en-US"/>
        </a:p>
      </dgm:t>
    </dgm:pt>
    <dgm:pt modelId="{4D4AA9FE-253C-4B52-8061-A1AF5443D78B}" type="sibTrans" cxnId="{A13A3BD7-6B30-4B52-B4B1-55BD76FC3144}">
      <dgm:prSet/>
      <dgm:spPr/>
      <dgm:t>
        <a:bodyPr/>
        <a:lstStyle/>
        <a:p>
          <a:endParaRPr lang="en-US"/>
        </a:p>
      </dgm:t>
    </dgm:pt>
    <dgm:pt modelId="{B4436ADD-4F2F-43DA-B4C3-084B3C5780D9}" type="pres">
      <dgm:prSet presAssocID="{B59E64A6-AFE6-454B-9A2B-50388E611CDF}" presName="linear" presStyleCnt="0">
        <dgm:presLayoutVars>
          <dgm:animLvl val="lvl"/>
          <dgm:resizeHandles val="exact"/>
        </dgm:presLayoutVars>
      </dgm:prSet>
      <dgm:spPr/>
    </dgm:pt>
    <dgm:pt modelId="{5A6FD503-7BA7-484E-86E7-048A83B28B1C}" type="pres">
      <dgm:prSet presAssocID="{6CDF2A72-A8F3-456D-8854-5529E6AB0688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E5C00BE3-FD03-4E18-BCDB-811667EF5BF0}" type="pres">
      <dgm:prSet presAssocID="{095C0050-703F-447F-9F63-09FC2BFDE044}" presName="spacer" presStyleCnt="0"/>
      <dgm:spPr/>
    </dgm:pt>
    <dgm:pt modelId="{AF5D7865-D7C4-4995-A751-C363A195D14F}" type="pres">
      <dgm:prSet presAssocID="{8DE25567-063A-458C-AD2B-C1B178268630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67717BFF-0226-4D07-93CD-53644952C036}" type="pres">
      <dgm:prSet presAssocID="{966B8ED4-CF69-422B-975C-2CB2C5D6DEA5}" presName="spacer" presStyleCnt="0"/>
      <dgm:spPr/>
    </dgm:pt>
    <dgm:pt modelId="{628D5690-25C5-440F-908F-DCF80712EDB5}" type="pres">
      <dgm:prSet presAssocID="{E5ABED44-8671-4223-97E7-7883CAD3ED95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16AB1C0-E12F-40E2-98B4-15C8558DB54B}" type="pres">
      <dgm:prSet presAssocID="{256D5A20-463C-40B6-A971-F076FCB9D39F}" presName="spacer" presStyleCnt="0"/>
      <dgm:spPr/>
    </dgm:pt>
    <dgm:pt modelId="{6D6B752E-0B5E-40C5-B0B5-151F77C5CDEE}" type="pres">
      <dgm:prSet presAssocID="{581BCC6C-1713-4ED9-BB77-753EF9CE663A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49D696D4-4BC6-4DBC-A49A-77F52281DE69}" type="pres">
      <dgm:prSet presAssocID="{7A62B9FE-9DBB-47AE-96AC-A0E8BC2BF396}" presName="spacer" presStyleCnt="0"/>
      <dgm:spPr/>
    </dgm:pt>
    <dgm:pt modelId="{DE8B8CF5-29DD-4E5D-8416-DA408EE827A8}" type="pres">
      <dgm:prSet presAssocID="{89AAF3BC-E5A2-4749-83CB-65EF811B8DF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567DCAEB-7409-4214-B1DB-37BAA02B244B}" type="pres">
      <dgm:prSet presAssocID="{420DDFF1-ED10-459C-A6E6-FE9F0B984998}" presName="spacer" presStyleCnt="0"/>
      <dgm:spPr/>
    </dgm:pt>
    <dgm:pt modelId="{9AB27C8F-E852-4392-9A69-EC98C25F004A}" type="pres">
      <dgm:prSet presAssocID="{B44B5B9D-CFDA-48CB-AAC4-2EF1D052D4E2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E1685A27-9FD4-49D9-8A2D-72A31A064287}" srcId="{B59E64A6-AFE6-454B-9A2B-50388E611CDF}" destId="{89AAF3BC-E5A2-4749-83CB-65EF811B8DF2}" srcOrd="4" destOrd="0" parTransId="{F86191F1-5A9D-4A28-86A5-600DE4C0566E}" sibTransId="{420DDFF1-ED10-459C-A6E6-FE9F0B984998}"/>
    <dgm:cxn modelId="{66389D2E-B7FF-4F7A-A9BB-D5A5ABFE653D}" srcId="{B59E64A6-AFE6-454B-9A2B-50388E611CDF}" destId="{6CDF2A72-A8F3-456D-8854-5529E6AB0688}" srcOrd="0" destOrd="0" parTransId="{554256F0-06F8-45C6-9860-06075CD03E35}" sibTransId="{095C0050-703F-447F-9F63-09FC2BFDE044}"/>
    <dgm:cxn modelId="{60502146-935C-4D20-84FC-37CC1A8CE331}" type="presOf" srcId="{B59E64A6-AFE6-454B-9A2B-50388E611CDF}" destId="{B4436ADD-4F2F-43DA-B4C3-084B3C5780D9}" srcOrd="0" destOrd="0" presId="urn:microsoft.com/office/officeart/2005/8/layout/vList2"/>
    <dgm:cxn modelId="{107AAB6B-98A5-4C8E-A893-FBA3E2D8130B}" type="presOf" srcId="{89AAF3BC-E5A2-4749-83CB-65EF811B8DF2}" destId="{DE8B8CF5-29DD-4E5D-8416-DA408EE827A8}" srcOrd="0" destOrd="0" presId="urn:microsoft.com/office/officeart/2005/8/layout/vList2"/>
    <dgm:cxn modelId="{1F948B79-741F-407D-B993-1E775356207E}" type="presOf" srcId="{581BCC6C-1713-4ED9-BB77-753EF9CE663A}" destId="{6D6B752E-0B5E-40C5-B0B5-151F77C5CDEE}" srcOrd="0" destOrd="0" presId="urn:microsoft.com/office/officeart/2005/8/layout/vList2"/>
    <dgm:cxn modelId="{2CCB437A-6F54-441A-9F97-887D32C7FE81}" srcId="{B59E64A6-AFE6-454B-9A2B-50388E611CDF}" destId="{8DE25567-063A-458C-AD2B-C1B178268630}" srcOrd="1" destOrd="0" parTransId="{A23387C5-FF0E-4E0F-8B08-1580EFBA9A05}" sibTransId="{966B8ED4-CF69-422B-975C-2CB2C5D6DEA5}"/>
    <dgm:cxn modelId="{B52CF283-1809-49A4-89FC-C616142A0754}" type="presOf" srcId="{8DE25567-063A-458C-AD2B-C1B178268630}" destId="{AF5D7865-D7C4-4995-A751-C363A195D14F}" srcOrd="0" destOrd="0" presId="urn:microsoft.com/office/officeart/2005/8/layout/vList2"/>
    <dgm:cxn modelId="{5C0F52BB-11D5-47DA-A6E8-3AC07B44F85B}" type="presOf" srcId="{E5ABED44-8671-4223-97E7-7883CAD3ED95}" destId="{628D5690-25C5-440F-908F-DCF80712EDB5}" srcOrd="0" destOrd="0" presId="urn:microsoft.com/office/officeart/2005/8/layout/vList2"/>
    <dgm:cxn modelId="{66307EC2-2A99-4F86-92D8-1001DBC14906}" srcId="{B59E64A6-AFE6-454B-9A2B-50388E611CDF}" destId="{E5ABED44-8671-4223-97E7-7883CAD3ED95}" srcOrd="2" destOrd="0" parTransId="{BAFDDA3C-4D60-409B-9821-8CC96AEA9A35}" sibTransId="{256D5A20-463C-40B6-A971-F076FCB9D39F}"/>
    <dgm:cxn modelId="{A13A3BD7-6B30-4B52-B4B1-55BD76FC3144}" srcId="{B59E64A6-AFE6-454B-9A2B-50388E611CDF}" destId="{B44B5B9D-CFDA-48CB-AAC4-2EF1D052D4E2}" srcOrd="5" destOrd="0" parTransId="{7D3245D7-E788-4B6B-9466-6719550EB2DD}" sibTransId="{4D4AA9FE-253C-4B52-8061-A1AF5443D78B}"/>
    <dgm:cxn modelId="{65A444E8-05C9-4258-ACD7-F36B1286DE24}" type="presOf" srcId="{B44B5B9D-CFDA-48CB-AAC4-2EF1D052D4E2}" destId="{9AB27C8F-E852-4392-9A69-EC98C25F004A}" srcOrd="0" destOrd="0" presId="urn:microsoft.com/office/officeart/2005/8/layout/vList2"/>
    <dgm:cxn modelId="{03A966F2-BC0E-4F0A-9684-758E1370F5D6}" type="presOf" srcId="{6CDF2A72-A8F3-456D-8854-5529E6AB0688}" destId="{5A6FD503-7BA7-484E-86E7-048A83B28B1C}" srcOrd="0" destOrd="0" presId="urn:microsoft.com/office/officeart/2005/8/layout/vList2"/>
    <dgm:cxn modelId="{9DE48FF7-CD14-45B3-9C9B-9FFBEB6AB59F}" srcId="{B59E64A6-AFE6-454B-9A2B-50388E611CDF}" destId="{581BCC6C-1713-4ED9-BB77-753EF9CE663A}" srcOrd="3" destOrd="0" parTransId="{B58B28CF-1366-4139-8D02-412529C36548}" sibTransId="{7A62B9FE-9DBB-47AE-96AC-A0E8BC2BF396}"/>
    <dgm:cxn modelId="{839F7DCC-7054-41EA-A8DA-3D9025AE4A04}" type="presParOf" srcId="{B4436ADD-4F2F-43DA-B4C3-084B3C5780D9}" destId="{5A6FD503-7BA7-484E-86E7-048A83B28B1C}" srcOrd="0" destOrd="0" presId="urn:microsoft.com/office/officeart/2005/8/layout/vList2"/>
    <dgm:cxn modelId="{0BE0DD83-0FEB-4C48-9355-11E416850088}" type="presParOf" srcId="{B4436ADD-4F2F-43DA-B4C3-084B3C5780D9}" destId="{E5C00BE3-FD03-4E18-BCDB-811667EF5BF0}" srcOrd="1" destOrd="0" presId="urn:microsoft.com/office/officeart/2005/8/layout/vList2"/>
    <dgm:cxn modelId="{54BF165E-2966-4D1B-AED5-DCE71BA22EA7}" type="presParOf" srcId="{B4436ADD-4F2F-43DA-B4C3-084B3C5780D9}" destId="{AF5D7865-D7C4-4995-A751-C363A195D14F}" srcOrd="2" destOrd="0" presId="urn:microsoft.com/office/officeart/2005/8/layout/vList2"/>
    <dgm:cxn modelId="{9B1E58B9-2491-4F10-84DB-94F61E7E21E3}" type="presParOf" srcId="{B4436ADD-4F2F-43DA-B4C3-084B3C5780D9}" destId="{67717BFF-0226-4D07-93CD-53644952C036}" srcOrd="3" destOrd="0" presId="urn:microsoft.com/office/officeart/2005/8/layout/vList2"/>
    <dgm:cxn modelId="{21BA67D1-1800-4B88-B451-A18B4E1137EC}" type="presParOf" srcId="{B4436ADD-4F2F-43DA-B4C3-084B3C5780D9}" destId="{628D5690-25C5-440F-908F-DCF80712EDB5}" srcOrd="4" destOrd="0" presId="urn:microsoft.com/office/officeart/2005/8/layout/vList2"/>
    <dgm:cxn modelId="{0D0F721D-AF42-4C35-ACE6-031B55A2CF34}" type="presParOf" srcId="{B4436ADD-4F2F-43DA-B4C3-084B3C5780D9}" destId="{616AB1C0-E12F-40E2-98B4-15C8558DB54B}" srcOrd="5" destOrd="0" presId="urn:microsoft.com/office/officeart/2005/8/layout/vList2"/>
    <dgm:cxn modelId="{98B7A19C-5F40-4215-9C55-965FF4FF2FD3}" type="presParOf" srcId="{B4436ADD-4F2F-43DA-B4C3-084B3C5780D9}" destId="{6D6B752E-0B5E-40C5-B0B5-151F77C5CDEE}" srcOrd="6" destOrd="0" presId="urn:microsoft.com/office/officeart/2005/8/layout/vList2"/>
    <dgm:cxn modelId="{0674FBB6-34DF-49C8-B8F1-CF831B46F8E5}" type="presParOf" srcId="{B4436ADD-4F2F-43DA-B4C3-084B3C5780D9}" destId="{49D696D4-4BC6-4DBC-A49A-77F52281DE69}" srcOrd="7" destOrd="0" presId="urn:microsoft.com/office/officeart/2005/8/layout/vList2"/>
    <dgm:cxn modelId="{7758A99A-0898-4BE3-8EE8-F23D3483BAC7}" type="presParOf" srcId="{B4436ADD-4F2F-43DA-B4C3-084B3C5780D9}" destId="{DE8B8CF5-29DD-4E5D-8416-DA408EE827A8}" srcOrd="8" destOrd="0" presId="urn:microsoft.com/office/officeart/2005/8/layout/vList2"/>
    <dgm:cxn modelId="{159B2BFE-F3E4-4284-900A-AE5611951453}" type="presParOf" srcId="{B4436ADD-4F2F-43DA-B4C3-084B3C5780D9}" destId="{567DCAEB-7409-4214-B1DB-37BAA02B244B}" srcOrd="9" destOrd="0" presId="urn:microsoft.com/office/officeart/2005/8/layout/vList2"/>
    <dgm:cxn modelId="{9F8027B1-84EB-43FB-BBAC-2B96D4C1BB72}" type="presParOf" srcId="{B4436ADD-4F2F-43DA-B4C3-084B3C5780D9}" destId="{9AB27C8F-E852-4392-9A69-EC98C25F004A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4842BD6-CF6F-4BBF-8572-BBF5566C2B8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974FDA7-1BC1-4C30-A771-B1259BFF5145}">
      <dgm:prSet/>
      <dgm:spPr/>
      <dgm:t>
        <a:bodyPr/>
        <a:lstStyle/>
        <a:p>
          <a:r>
            <a:rPr lang="en-US"/>
            <a:t>• Modelo no secuencial.</a:t>
          </a:r>
        </a:p>
      </dgm:t>
    </dgm:pt>
    <dgm:pt modelId="{27D8630C-BD3A-4066-AE13-E9C831B01C19}" type="parTrans" cxnId="{819E22EB-3809-45C3-9128-919872004BA4}">
      <dgm:prSet/>
      <dgm:spPr/>
      <dgm:t>
        <a:bodyPr/>
        <a:lstStyle/>
        <a:p>
          <a:endParaRPr lang="en-US"/>
        </a:p>
      </dgm:t>
    </dgm:pt>
    <dgm:pt modelId="{9558F9D2-5E2B-4A87-861C-0C48466845A3}" type="sibTrans" cxnId="{819E22EB-3809-45C3-9128-919872004BA4}">
      <dgm:prSet/>
      <dgm:spPr/>
      <dgm:t>
        <a:bodyPr/>
        <a:lstStyle/>
        <a:p>
          <a:endParaRPr lang="en-US"/>
        </a:p>
      </dgm:t>
    </dgm:pt>
    <dgm:pt modelId="{F581AFE2-F113-4836-95DD-EBC8FB5305C4}">
      <dgm:prSet/>
      <dgm:spPr/>
      <dgm:t>
        <a:bodyPr/>
        <a:lstStyle/>
        <a:p>
          <a:r>
            <a:rPr lang="en-US"/>
            <a:t>• Sirve como referencia de desempeño.</a:t>
          </a:r>
        </a:p>
      </dgm:t>
    </dgm:pt>
    <dgm:pt modelId="{5FAD5672-3079-4382-A076-1AFD639E7846}" type="parTrans" cxnId="{26051DA6-7D0C-4071-ABDC-06C050D2CBD4}">
      <dgm:prSet/>
      <dgm:spPr/>
      <dgm:t>
        <a:bodyPr/>
        <a:lstStyle/>
        <a:p>
          <a:endParaRPr lang="en-US"/>
        </a:p>
      </dgm:t>
    </dgm:pt>
    <dgm:pt modelId="{2566F0FD-90E2-45D0-847B-82074E9C333E}" type="sibTrans" cxnId="{26051DA6-7D0C-4071-ABDC-06C050D2CBD4}">
      <dgm:prSet/>
      <dgm:spPr/>
      <dgm:t>
        <a:bodyPr/>
        <a:lstStyle/>
        <a:p>
          <a:endParaRPr lang="en-US"/>
        </a:p>
      </dgm:t>
    </dgm:pt>
    <dgm:pt modelId="{B44D5C36-854F-47E7-B7DF-58D291B37B98}">
      <dgm:prSet/>
      <dgm:spPr/>
      <dgm:t>
        <a:bodyPr/>
        <a:lstStyle/>
        <a:p>
          <a:r>
            <a:rPr lang="en-US"/>
            <a:t>• Métricas bajas pero funcional para comparación.</a:t>
          </a:r>
        </a:p>
      </dgm:t>
    </dgm:pt>
    <dgm:pt modelId="{76B1CD65-53E7-40C6-B43A-04D4D4AC204D}" type="parTrans" cxnId="{37B343E4-3270-48F9-963A-D72A4755CBD0}">
      <dgm:prSet/>
      <dgm:spPr/>
      <dgm:t>
        <a:bodyPr/>
        <a:lstStyle/>
        <a:p>
          <a:endParaRPr lang="en-US"/>
        </a:p>
      </dgm:t>
    </dgm:pt>
    <dgm:pt modelId="{CCF324EA-1502-4DC3-8C26-BE9A5F56DA74}" type="sibTrans" cxnId="{37B343E4-3270-48F9-963A-D72A4755CBD0}">
      <dgm:prSet/>
      <dgm:spPr/>
      <dgm:t>
        <a:bodyPr/>
        <a:lstStyle/>
        <a:p>
          <a:endParaRPr lang="en-US"/>
        </a:p>
      </dgm:t>
    </dgm:pt>
    <dgm:pt modelId="{A8ADB7B7-10B3-4E24-8FCA-BEE9817285F3}" type="pres">
      <dgm:prSet presAssocID="{A4842BD6-CF6F-4BBF-8572-BBF5566C2B8B}" presName="linear" presStyleCnt="0">
        <dgm:presLayoutVars>
          <dgm:animLvl val="lvl"/>
          <dgm:resizeHandles val="exact"/>
        </dgm:presLayoutVars>
      </dgm:prSet>
      <dgm:spPr/>
    </dgm:pt>
    <dgm:pt modelId="{6F777839-0628-4EC8-B251-401A3287F51D}" type="pres">
      <dgm:prSet presAssocID="{C974FDA7-1BC1-4C30-A771-B1259BFF514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05BCC20-603D-452D-A6E4-F75DA7B33717}" type="pres">
      <dgm:prSet presAssocID="{9558F9D2-5E2B-4A87-861C-0C48466845A3}" presName="spacer" presStyleCnt="0"/>
      <dgm:spPr/>
    </dgm:pt>
    <dgm:pt modelId="{1F4A30E4-6AB8-4E3D-9637-95246FDEA5B8}" type="pres">
      <dgm:prSet presAssocID="{F581AFE2-F113-4836-95DD-EBC8FB5305C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B8A5776-85FA-4495-B367-FABCF93C34AC}" type="pres">
      <dgm:prSet presAssocID="{2566F0FD-90E2-45D0-847B-82074E9C333E}" presName="spacer" presStyleCnt="0"/>
      <dgm:spPr/>
    </dgm:pt>
    <dgm:pt modelId="{B9A19047-FDC5-4358-B6BA-F8EFC82014EA}" type="pres">
      <dgm:prSet presAssocID="{B44D5C36-854F-47E7-B7DF-58D291B37B9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0548A36-3535-40DA-A43E-BFEFB13AB835}" type="presOf" srcId="{C974FDA7-1BC1-4C30-A771-B1259BFF5145}" destId="{6F777839-0628-4EC8-B251-401A3287F51D}" srcOrd="0" destOrd="0" presId="urn:microsoft.com/office/officeart/2005/8/layout/vList2"/>
    <dgm:cxn modelId="{AB5E4363-D673-460E-9810-B38080ED21E1}" type="presOf" srcId="{F581AFE2-F113-4836-95DD-EBC8FB5305C4}" destId="{1F4A30E4-6AB8-4E3D-9637-95246FDEA5B8}" srcOrd="0" destOrd="0" presId="urn:microsoft.com/office/officeart/2005/8/layout/vList2"/>
    <dgm:cxn modelId="{67CDDA8F-81C8-4BB0-BDD3-AEB243942E8C}" type="presOf" srcId="{B44D5C36-854F-47E7-B7DF-58D291B37B98}" destId="{B9A19047-FDC5-4358-B6BA-F8EFC82014EA}" srcOrd="0" destOrd="0" presId="urn:microsoft.com/office/officeart/2005/8/layout/vList2"/>
    <dgm:cxn modelId="{26051DA6-7D0C-4071-ABDC-06C050D2CBD4}" srcId="{A4842BD6-CF6F-4BBF-8572-BBF5566C2B8B}" destId="{F581AFE2-F113-4836-95DD-EBC8FB5305C4}" srcOrd="1" destOrd="0" parTransId="{5FAD5672-3079-4382-A076-1AFD639E7846}" sibTransId="{2566F0FD-90E2-45D0-847B-82074E9C333E}"/>
    <dgm:cxn modelId="{2F54E9D6-0105-4172-97A3-CACEFDE9B4E9}" type="presOf" srcId="{A4842BD6-CF6F-4BBF-8572-BBF5566C2B8B}" destId="{A8ADB7B7-10B3-4E24-8FCA-BEE9817285F3}" srcOrd="0" destOrd="0" presId="urn:microsoft.com/office/officeart/2005/8/layout/vList2"/>
    <dgm:cxn modelId="{37B343E4-3270-48F9-963A-D72A4755CBD0}" srcId="{A4842BD6-CF6F-4BBF-8572-BBF5566C2B8B}" destId="{B44D5C36-854F-47E7-B7DF-58D291B37B98}" srcOrd="2" destOrd="0" parTransId="{76B1CD65-53E7-40C6-B43A-04D4D4AC204D}" sibTransId="{CCF324EA-1502-4DC3-8C26-BE9A5F56DA74}"/>
    <dgm:cxn modelId="{819E22EB-3809-45C3-9128-919872004BA4}" srcId="{A4842BD6-CF6F-4BBF-8572-BBF5566C2B8B}" destId="{C974FDA7-1BC1-4C30-A771-B1259BFF5145}" srcOrd="0" destOrd="0" parTransId="{27D8630C-BD3A-4066-AE13-E9C831B01C19}" sibTransId="{9558F9D2-5E2B-4A87-861C-0C48466845A3}"/>
    <dgm:cxn modelId="{03DB0282-DAC5-4113-8369-A6AF6071A8C7}" type="presParOf" srcId="{A8ADB7B7-10B3-4E24-8FCA-BEE9817285F3}" destId="{6F777839-0628-4EC8-B251-401A3287F51D}" srcOrd="0" destOrd="0" presId="urn:microsoft.com/office/officeart/2005/8/layout/vList2"/>
    <dgm:cxn modelId="{1E1BFB02-6792-4CBB-B315-6D39263E0730}" type="presParOf" srcId="{A8ADB7B7-10B3-4E24-8FCA-BEE9817285F3}" destId="{E05BCC20-603D-452D-A6E4-F75DA7B33717}" srcOrd="1" destOrd="0" presId="urn:microsoft.com/office/officeart/2005/8/layout/vList2"/>
    <dgm:cxn modelId="{3D104697-A35C-4FF7-847D-0140F239485E}" type="presParOf" srcId="{A8ADB7B7-10B3-4E24-8FCA-BEE9817285F3}" destId="{1F4A30E4-6AB8-4E3D-9637-95246FDEA5B8}" srcOrd="2" destOrd="0" presId="urn:microsoft.com/office/officeart/2005/8/layout/vList2"/>
    <dgm:cxn modelId="{C6F5D323-40C1-495A-A769-8D0823AAD653}" type="presParOf" srcId="{A8ADB7B7-10B3-4E24-8FCA-BEE9817285F3}" destId="{8B8A5776-85FA-4495-B367-FABCF93C34AC}" srcOrd="3" destOrd="0" presId="urn:microsoft.com/office/officeart/2005/8/layout/vList2"/>
    <dgm:cxn modelId="{A255CE44-1F94-42BB-8DC1-7E14663F9097}" type="presParOf" srcId="{A8ADB7B7-10B3-4E24-8FCA-BEE9817285F3}" destId="{B9A19047-FDC5-4358-B6BA-F8EFC82014E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981097D-0BBD-4868-8B08-266E006C8BB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3AC66A0-9F61-46D1-B98E-AF18D13171BF}">
      <dgm:prSet/>
      <dgm:spPr/>
      <dgm:t>
        <a:bodyPr/>
        <a:lstStyle/>
        <a:p>
          <a:r>
            <a:rPr lang="en-US"/>
            <a:t>• LSTM con 64 unidades.</a:t>
          </a:r>
        </a:p>
      </dgm:t>
    </dgm:pt>
    <dgm:pt modelId="{3C03250A-9EBF-4692-A9EC-7817350C8B8C}" type="parTrans" cxnId="{1E51C4B3-F389-4DD9-A21A-C172C59683B8}">
      <dgm:prSet/>
      <dgm:spPr/>
      <dgm:t>
        <a:bodyPr/>
        <a:lstStyle/>
        <a:p>
          <a:endParaRPr lang="en-US"/>
        </a:p>
      </dgm:t>
    </dgm:pt>
    <dgm:pt modelId="{B4A2342A-4869-4170-9A46-3CF6F3FFF872}" type="sibTrans" cxnId="{1E51C4B3-F389-4DD9-A21A-C172C59683B8}">
      <dgm:prSet/>
      <dgm:spPr/>
      <dgm:t>
        <a:bodyPr/>
        <a:lstStyle/>
        <a:p>
          <a:endParaRPr lang="en-US"/>
        </a:p>
      </dgm:t>
    </dgm:pt>
    <dgm:pt modelId="{33757965-7BA9-4402-B0DA-EFDE97AAC98E}">
      <dgm:prSet/>
      <dgm:spPr/>
      <dgm:t>
        <a:bodyPr/>
        <a:lstStyle/>
        <a:p>
          <a:r>
            <a:rPr lang="en-US"/>
            <a:t>• Capa densa intermedia.</a:t>
          </a:r>
        </a:p>
      </dgm:t>
    </dgm:pt>
    <dgm:pt modelId="{F9AEAF30-8160-41B5-9D0D-CADFEB3E0818}" type="parTrans" cxnId="{54EF1FEF-0C9F-41D8-89C9-612FA3B99DC7}">
      <dgm:prSet/>
      <dgm:spPr/>
      <dgm:t>
        <a:bodyPr/>
        <a:lstStyle/>
        <a:p>
          <a:endParaRPr lang="en-US"/>
        </a:p>
      </dgm:t>
    </dgm:pt>
    <dgm:pt modelId="{D48109B6-DCB4-4DC3-BD8D-4ACEFDB30891}" type="sibTrans" cxnId="{54EF1FEF-0C9F-41D8-89C9-612FA3B99DC7}">
      <dgm:prSet/>
      <dgm:spPr/>
      <dgm:t>
        <a:bodyPr/>
        <a:lstStyle/>
        <a:p>
          <a:endParaRPr lang="en-US"/>
        </a:p>
      </dgm:t>
    </dgm:pt>
    <dgm:pt modelId="{E4B4C5C5-8446-459C-B7F3-C60091153DD5}">
      <dgm:prSet/>
      <dgm:spPr/>
      <dgm:t>
        <a:bodyPr/>
        <a:lstStyle/>
        <a:p>
          <a:r>
            <a:rPr lang="en-US"/>
            <a:t>• Activación softmax.</a:t>
          </a:r>
        </a:p>
      </dgm:t>
    </dgm:pt>
    <dgm:pt modelId="{B389E9F9-E0D3-4804-8DA1-8E91F021FA59}" type="parTrans" cxnId="{8776528C-DFCF-4AB6-9EF0-359F5EDCAA8F}">
      <dgm:prSet/>
      <dgm:spPr/>
      <dgm:t>
        <a:bodyPr/>
        <a:lstStyle/>
        <a:p>
          <a:endParaRPr lang="en-US"/>
        </a:p>
      </dgm:t>
    </dgm:pt>
    <dgm:pt modelId="{47E3ED7B-DDCD-4E45-81F2-B6B1C10043D0}" type="sibTrans" cxnId="{8776528C-DFCF-4AB6-9EF0-359F5EDCAA8F}">
      <dgm:prSet/>
      <dgm:spPr/>
      <dgm:t>
        <a:bodyPr/>
        <a:lstStyle/>
        <a:p>
          <a:endParaRPr lang="en-US"/>
        </a:p>
      </dgm:t>
    </dgm:pt>
    <dgm:pt modelId="{2A5D5E4E-B814-43ED-A844-AC71D935F5FE}">
      <dgm:prSet/>
      <dgm:spPr/>
      <dgm:t>
        <a:bodyPr/>
        <a:lstStyle/>
        <a:p>
          <a:r>
            <a:rPr lang="en-US"/>
            <a:t>• Captura dependencias temporales.</a:t>
          </a:r>
        </a:p>
      </dgm:t>
    </dgm:pt>
    <dgm:pt modelId="{AAF525A3-BDAF-43D5-A83A-4EC4DA770F4D}" type="parTrans" cxnId="{55E17BCA-B5ED-42AF-9D63-00A95029717E}">
      <dgm:prSet/>
      <dgm:spPr/>
      <dgm:t>
        <a:bodyPr/>
        <a:lstStyle/>
        <a:p>
          <a:endParaRPr lang="en-US"/>
        </a:p>
      </dgm:t>
    </dgm:pt>
    <dgm:pt modelId="{3E2167B5-E4E3-4A86-86E3-9FADA7035980}" type="sibTrans" cxnId="{55E17BCA-B5ED-42AF-9D63-00A95029717E}">
      <dgm:prSet/>
      <dgm:spPr/>
      <dgm:t>
        <a:bodyPr/>
        <a:lstStyle/>
        <a:p>
          <a:endParaRPr lang="en-US"/>
        </a:p>
      </dgm:t>
    </dgm:pt>
    <dgm:pt modelId="{63DE9041-8223-4776-B05E-99466BE105F2}" type="pres">
      <dgm:prSet presAssocID="{7981097D-0BBD-4868-8B08-266E006C8BB1}" presName="linear" presStyleCnt="0">
        <dgm:presLayoutVars>
          <dgm:animLvl val="lvl"/>
          <dgm:resizeHandles val="exact"/>
        </dgm:presLayoutVars>
      </dgm:prSet>
      <dgm:spPr/>
    </dgm:pt>
    <dgm:pt modelId="{13B6871A-6CBB-4E79-8D29-DCACB780B432}" type="pres">
      <dgm:prSet presAssocID="{03AC66A0-9F61-46D1-B98E-AF18D13171B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FED931D-DC4A-49A8-B82C-77652CD590DB}" type="pres">
      <dgm:prSet presAssocID="{B4A2342A-4869-4170-9A46-3CF6F3FFF872}" presName="spacer" presStyleCnt="0"/>
      <dgm:spPr/>
    </dgm:pt>
    <dgm:pt modelId="{D8089AC9-BED5-47AF-AEDE-1CB3972A0A9A}" type="pres">
      <dgm:prSet presAssocID="{33757965-7BA9-4402-B0DA-EFDE97AAC98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65BA1C1-1AC7-4AA7-ADB8-3E0F5F891958}" type="pres">
      <dgm:prSet presAssocID="{D48109B6-DCB4-4DC3-BD8D-4ACEFDB30891}" presName="spacer" presStyleCnt="0"/>
      <dgm:spPr/>
    </dgm:pt>
    <dgm:pt modelId="{99E1E0D7-F4BC-430A-A77E-8448F7E759B4}" type="pres">
      <dgm:prSet presAssocID="{E4B4C5C5-8446-459C-B7F3-C60091153DD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95AB195-E4CC-4A4A-8E4A-0A11D29C0850}" type="pres">
      <dgm:prSet presAssocID="{47E3ED7B-DDCD-4E45-81F2-B6B1C10043D0}" presName="spacer" presStyleCnt="0"/>
      <dgm:spPr/>
    </dgm:pt>
    <dgm:pt modelId="{9F0B97FA-8F54-4ED0-B990-035EDCFFC079}" type="pres">
      <dgm:prSet presAssocID="{2A5D5E4E-B814-43ED-A844-AC71D935F5F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2EC1D3C-C487-4807-A12C-E102EBFC7301}" type="presOf" srcId="{2A5D5E4E-B814-43ED-A844-AC71D935F5FE}" destId="{9F0B97FA-8F54-4ED0-B990-035EDCFFC079}" srcOrd="0" destOrd="0" presId="urn:microsoft.com/office/officeart/2005/8/layout/vList2"/>
    <dgm:cxn modelId="{DBBB7B68-A337-4F62-8659-5EB9856F9388}" type="presOf" srcId="{E4B4C5C5-8446-459C-B7F3-C60091153DD5}" destId="{99E1E0D7-F4BC-430A-A77E-8448F7E759B4}" srcOrd="0" destOrd="0" presId="urn:microsoft.com/office/officeart/2005/8/layout/vList2"/>
    <dgm:cxn modelId="{8776528C-DFCF-4AB6-9EF0-359F5EDCAA8F}" srcId="{7981097D-0BBD-4868-8B08-266E006C8BB1}" destId="{E4B4C5C5-8446-459C-B7F3-C60091153DD5}" srcOrd="2" destOrd="0" parTransId="{B389E9F9-E0D3-4804-8DA1-8E91F021FA59}" sibTransId="{47E3ED7B-DDCD-4E45-81F2-B6B1C10043D0}"/>
    <dgm:cxn modelId="{B7F76696-3D5D-45B0-8E73-289E4D9C581F}" type="presOf" srcId="{33757965-7BA9-4402-B0DA-EFDE97AAC98E}" destId="{D8089AC9-BED5-47AF-AEDE-1CB3972A0A9A}" srcOrd="0" destOrd="0" presId="urn:microsoft.com/office/officeart/2005/8/layout/vList2"/>
    <dgm:cxn modelId="{716A0A97-168A-4C18-99E5-EB970BD171C9}" type="presOf" srcId="{7981097D-0BBD-4868-8B08-266E006C8BB1}" destId="{63DE9041-8223-4776-B05E-99466BE105F2}" srcOrd="0" destOrd="0" presId="urn:microsoft.com/office/officeart/2005/8/layout/vList2"/>
    <dgm:cxn modelId="{1E51C4B3-F389-4DD9-A21A-C172C59683B8}" srcId="{7981097D-0BBD-4868-8B08-266E006C8BB1}" destId="{03AC66A0-9F61-46D1-B98E-AF18D13171BF}" srcOrd="0" destOrd="0" parTransId="{3C03250A-9EBF-4692-A9EC-7817350C8B8C}" sibTransId="{B4A2342A-4869-4170-9A46-3CF6F3FFF872}"/>
    <dgm:cxn modelId="{55E17BCA-B5ED-42AF-9D63-00A95029717E}" srcId="{7981097D-0BBD-4868-8B08-266E006C8BB1}" destId="{2A5D5E4E-B814-43ED-A844-AC71D935F5FE}" srcOrd="3" destOrd="0" parTransId="{AAF525A3-BDAF-43D5-A83A-4EC4DA770F4D}" sibTransId="{3E2167B5-E4E3-4A86-86E3-9FADA7035980}"/>
    <dgm:cxn modelId="{13718CDB-8596-4F8B-AD00-6F63F3CC8991}" type="presOf" srcId="{03AC66A0-9F61-46D1-B98E-AF18D13171BF}" destId="{13B6871A-6CBB-4E79-8D29-DCACB780B432}" srcOrd="0" destOrd="0" presId="urn:microsoft.com/office/officeart/2005/8/layout/vList2"/>
    <dgm:cxn modelId="{54EF1FEF-0C9F-41D8-89C9-612FA3B99DC7}" srcId="{7981097D-0BBD-4868-8B08-266E006C8BB1}" destId="{33757965-7BA9-4402-B0DA-EFDE97AAC98E}" srcOrd="1" destOrd="0" parTransId="{F9AEAF30-8160-41B5-9D0D-CADFEB3E0818}" sibTransId="{D48109B6-DCB4-4DC3-BD8D-4ACEFDB30891}"/>
    <dgm:cxn modelId="{1EB1A29F-0C36-4138-BC6D-4592ECD46D09}" type="presParOf" srcId="{63DE9041-8223-4776-B05E-99466BE105F2}" destId="{13B6871A-6CBB-4E79-8D29-DCACB780B432}" srcOrd="0" destOrd="0" presId="urn:microsoft.com/office/officeart/2005/8/layout/vList2"/>
    <dgm:cxn modelId="{BCD09F63-459A-494B-8800-7C0D1A97F1E8}" type="presParOf" srcId="{63DE9041-8223-4776-B05E-99466BE105F2}" destId="{1FED931D-DC4A-49A8-B82C-77652CD590DB}" srcOrd="1" destOrd="0" presId="urn:microsoft.com/office/officeart/2005/8/layout/vList2"/>
    <dgm:cxn modelId="{52FF3AFD-2128-442E-9F03-D229356848C7}" type="presParOf" srcId="{63DE9041-8223-4776-B05E-99466BE105F2}" destId="{D8089AC9-BED5-47AF-AEDE-1CB3972A0A9A}" srcOrd="2" destOrd="0" presId="urn:microsoft.com/office/officeart/2005/8/layout/vList2"/>
    <dgm:cxn modelId="{DE68C61C-97B6-4E07-AA19-C912E2D8FBE4}" type="presParOf" srcId="{63DE9041-8223-4776-B05E-99466BE105F2}" destId="{465BA1C1-1AC7-4AA7-ADB8-3E0F5F891958}" srcOrd="3" destOrd="0" presId="urn:microsoft.com/office/officeart/2005/8/layout/vList2"/>
    <dgm:cxn modelId="{AB467959-37FA-4C6B-92B7-386BACFC9114}" type="presParOf" srcId="{63DE9041-8223-4776-B05E-99466BE105F2}" destId="{99E1E0D7-F4BC-430A-A77E-8448F7E759B4}" srcOrd="4" destOrd="0" presId="urn:microsoft.com/office/officeart/2005/8/layout/vList2"/>
    <dgm:cxn modelId="{57792EFE-5375-4676-8007-72968193AB5C}" type="presParOf" srcId="{63DE9041-8223-4776-B05E-99466BE105F2}" destId="{095AB195-E4CC-4A4A-8E4A-0A11D29C0850}" srcOrd="5" destOrd="0" presId="urn:microsoft.com/office/officeart/2005/8/layout/vList2"/>
    <dgm:cxn modelId="{1A185851-E8FF-469C-864B-B66C56ED5C23}" type="presParOf" srcId="{63DE9041-8223-4776-B05E-99466BE105F2}" destId="{9F0B97FA-8F54-4ED0-B990-035EDCFFC07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F24A6F7-D3F0-404F-A444-21CA5CD0188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6A66C46-29DA-4B7F-9F56-220D845EC50B}">
      <dgm:prSet/>
      <dgm:spPr/>
      <dgm:t>
        <a:bodyPr/>
        <a:lstStyle/>
        <a:p>
          <a:r>
            <a:rPr lang="en-US"/>
            <a:t>• Codificación posicional.</a:t>
          </a:r>
        </a:p>
      </dgm:t>
    </dgm:pt>
    <dgm:pt modelId="{90ACEE4F-42B6-439F-9EE4-791C9FBCCB9E}" type="parTrans" cxnId="{50D7395D-7879-4034-A1EA-FE521E03EF24}">
      <dgm:prSet/>
      <dgm:spPr/>
      <dgm:t>
        <a:bodyPr/>
        <a:lstStyle/>
        <a:p>
          <a:endParaRPr lang="en-US"/>
        </a:p>
      </dgm:t>
    </dgm:pt>
    <dgm:pt modelId="{AE276396-E570-43EB-ACC7-0FF621C7BE10}" type="sibTrans" cxnId="{50D7395D-7879-4034-A1EA-FE521E03EF24}">
      <dgm:prSet/>
      <dgm:spPr/>
      <dgm:t>
        <a:bodyPr/>
        <a:lstStyle/>
        <a:p>
          <a:endParaRPr lang="en-US"/>
        </a:p>
      </dgm:t>
    </dgm:pt>
    <dgm:pt modelId="{7FB52F07-DDA6-41A3-80A6-EA74361795CB}">
      <dgm:prSet/>
      <dgm:spPr/>
      <dgm:t>
        <a:bodyPr/>
        <a:lstStyle/>
        <a:p>
          <a:r>
            <a:rPr lang="en-US"/>
            <a:t>• Bloques encoder.</a:t>
          </a:r>
        </a:p>
      </dgm:t>
    </dgm:pt>
    <dgm:pt modelId="{0FAF3981-7EEA-4A24-8756-5A39AA406742}" type="parTrans" cxnId="{A06AA154-27A9-4F88-A285-D62D394A44E0}">
      <dgm:prSet/>
      <dgm:spPr/>
      <dgm:t>
        <a:bodyPr/>
        <a:lstStyle/>
        <a:p>
          <a:endParaRPr lang="en-US"/>
        </a:p>
      </dgm:t>
    </dgm:pt>
    <dgm:pt modelId="{F4300501-157A-4E36-BEEA-3085B0CC0339}" type="sibTrans" cxnId="{A06AA154-27A9-4F88-A285-D62D394A44E0}">
      <dgm:prSet/>
      <dgm:spPr/>
      <dgm:t>
        <a:bodyPr/>
        <a:lstStyle/>
        <a:p>
          <a:endParaRPr lang="en-US"/>
        </a:p>
      </dgm:t>
    </dgm:pt>
    <dgm:pt modelId="{7D2C244F-64BD-44B5-8620-39AFB70688BE}">
      <dgm:prSet/>
      <dgm:spPr/>
      <dgm:t>
        <a:bodyPr/>
        <a:lstStyle/>
        <a:p>
          <a:r>
            <a:rPr lang="en-US"/>
            <a:t>• Multi-head attention.</a:t>
          </a:r>
        </a:p>
      </dgm:t>
    </dgm:pt>
    <dgm:pt modelId="{94336574-64CC-49D6-8F83-5669F02DAD93}" type="parTrans" cxnId="{1DEAE8AA-5268-49C8-A79E-73CC851D16AA}">
      <dgm:prSet/>
      <dgm:spPr/>
      <dgm:t>
        <a:bodyPr/>
        <a:lstStyle/>
        <a:p>
          <a:endParaRPr lang="en-US"/>
        </a:p>
      </dgm:t>
    </dgm:pt>
    <dgm:pt modelId="{E4262900-D7C3-4895-A988-0CB4DF76EF30}" type="sibTrans" cxnId="{1DEAE8AA-5268-49C8-A79E-73CC851D16AA}">
      <dgm:prSet/>
      <dgm:spPr/>
      <dgm:t>
        <a:bodyPr/>
        <a:lstStyle/>
        <a:p>
          <a:endParaRPr lang="en-US"/>
        </a:p>
      </dgm:t>
    </dgm:pt>
    <dgm:pt modelId="{0B46B41D-EDB8-496A-9A0C-F07B1DA30720}">
      <dgm:prSet/>
      <dgm:spPr/>
      <dgm:t>
        <a:bodyPr/>
        <a:lstStyle/>
        <a:p>
          <a:r>
            <a:rPr lang="en-US"/>
            <a:t>• Excelente para relaciones a largo plazo.</a:t>
          </a:r>
        </a:p>
      </dgm:t>
    </dgm:pt>
    <dgm:pt modelId="{7104A903-15F5-4971-81B1-E674BAF368F2}" type="parTrans" cxnId="{7843AC1A-6FF7-4D20-AACC-0EBB14660957}">
      <dgm:prSet/>
      <dgm:spPr/>
      <dgm:t>
        <a:bodyPr/>
        <a:lstStyle/>
        <a:p>
          <a:endParaRPr lang="en-US"/>
        </a:p>
      </dgm:t>
    </dgm:pt>
    <dgm:pt modelId="{36AD15B6-2482-49C1-8C36-C7F40891769E}" type="sibTrans" cxnId="{7843AC1A-6FF7-4D20-AACC-0EBB14660957}">
      <dgm:prSet/>
      <dgm:spPr/>
      <dgm:t>
        <a:bodyPr/>
        <a:lstStyle/>
        <a:p>
          <a:endParaRPr lang="en-US"/>
        </a:p>
      </dgm:t>
    </dgm:pt>
    <dgm:pt modelId="{787083EB-3DB3-4942-8DA9-2995931FA3CC}" type="pres">
      <dgm:prSet presAssocID="{8F24A6F7-D3F0-404F-A444-21CA5CD0188E}" presName="linear" presStyleCnt="0">
        <dgm:presLayoutVars>
          <dgm:animLvl val="lvl"/>
          <dgm:resizeHandles val="exact"/>
        </dgm:presLayoutVars>
      </dgm:prSet>
      <dgm:spPr/>
    </dgm:pt>
    <dgm:pt modelId="{A69D5AAD-7410-4CBE-87CE-39F5C9244DDB}" type="pres">
      <dgm:prSet presAssocID="{E6A66C46-29DA-4B7F-9F56-220D845EC50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1CB21FE-B5B5-4A0F-96A3-E908E3B5EF8B}" type="pres">
      <dgm:prSet presAssocID="{AE276396-E570-43EB-ACC7-0FF621C7BE10}" presName="spacer" presStyleCnt="0"/>
      <dgm:spPr/>
    </dgm:pt>
    <dgm:pt modelId="{7A5B8C7B-105A-48DB-9DE5-2CDF6D734103}" type="pres">
      <dgm:prSet presAssocID="{7FB52F07-DDA6-41A3-80A6-EA74361795C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B4061B9-0EED-4FC3-A7B7-F2EA68EB8865}" type="pres">
      <dgm:prSet presAssocID="{F4300501-157A-4E36-BEEA-3085B0CC0339}" presName="spacer" presStyleCnt="0"/>
      <dgm:spPr/>
    </dgm:pt>
    <dgm:pt modelId="{93B5F1A7-1D6F-4831-9992-97DCCAC124AB}" type="pres">
      <dgm:prSet presAssocID="{7D2C244F-64BD-44B5-8620-39AFB70688B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D28C5FF-B9CC-4974-A2DE-58E22E0E259B}" type="pres">
      <dgm:prSet presAssocID="{E4262900-D7C3-4895-A988-0CB4DF76EF30}" presName="spacer" presStyleCnt="0"/>
      <dgm:spPr/>
    </dgm:pt>
    <dgm:pt modelId="{8730A87A-DDCC-4352-8755-8F33A7BD9A94}" type="pres">
      <dgm:prSet presAssocID="{0B46B41D-EDB8-496A-9A0C-F07B1DA3072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7EC8904-1496-4C55-AF1D-CF26B4003233}" type="presOf" srcId="{8F24A6F7-D3F0-404F-A444-21CA5CD0188E}" destId="{787083EB-3DB3-4942-8DA9-2995931FA3CC}" srcOrd="0" destOrd="0" presId="urn:microsoft.com/office/officeart/2005/8/layout/vList2"/>
    <dgm:cxn modelId="{7A870B05-FEAF-494A-B353-F454E0C9F278}" type="presOf" srcId="{7FB52F07-DDA6-41A3-80A6-EA74361795CB}" destId="{7A5B8C7B-105A-48DB-9DE5-2CDF6D734103}" srcOrd="0" destOrd="0" presId="urn:microsoft.com/office/officeart/2005/8/layout/vList2"/>
    <dgm:cxn modelId="{7A982C0B-F8E2-4D63-8E0D-BBD5A25AD53F}" type="presOf" srcId="{0B46B41D-EDB8-496A-9A0C-F07B1DA30720}" destId="{8730A87A-DDCC-4352-8755-8F33A7BD9A94}" srcOrd="0" destOrd="0" presId="urn:microsoft.com/office/officeart/2005/8/layout/vList2"/>
    <dgm:cxn modelId="{7843AC1A-6FF7-4D20-AACC-0EBB14660957}" srcId="{8F24A6F7-D3F0-404F-A444-21CA5CD0188E}" destId="{0B46B41D-EDB8-496A-9A0C-F07B1DA30720}" srcOrd="3" destOrd="0" parTransId="{7104A903-15F5-4971-81B1-E674BAF368F2}" sibTransId="{36AD15B6-2482-49C1-8C36-C7F40891769E}"/>
    <dgm:cxn modelId="{62F18429-B663-458F-A65C-F4E6A5E6DB8B}" type="presOf" srcId="{E6A66C46-29DA-4B7F-9F56-220D845EC50B}" destId="{A69D5AAD-7410-4CBE-87CE-39F5C9244DDB}" srcOrd="0" destOrd="0" presId="urn:microsoft.com/office/officeart/2005/8/layout/vList2"/>
    <dgm:cxn modelId="{50D7395D-7879-4034-A1EA-FE521E03EF24}" srcId="{8F24A6F7-D3F0-404F-A444-21CA5CD0188E}" destId="{E6A66C46-29DA-4B7F-9F56-220D845EC50B}" srcOrd="0" destOrd="0" parTransId="{90ACEE4F-42B6-439F-9EE4-791C9FBCCB9E}" sibTransId="{AE276396-E570-43EB-ACC7-0FF621C7BE10}"/>
    <dgm:cxn modelId="{A06AA154-27A9-4F88-A285-D62D394A44E0}" srcId="{8F24A6F7-D3F0-404F-A444-21CA5CD0188E}" destId="{7FB52F07-DDA6-41A3-80A6-EA74361795CB}" srcOrd="1" destOrd="0" parTransId="{0FAF3981-7EEA-4A24-8756-5A39AA406742}" sibTransId="{F4300501-157A-4E36-BEEA-3085B0CC0339}"/>
    <dgm:cxn modelId="{0E96AD58-0FE4-4D48-AAA3-1E8175FC0F4A}" type="presOf" srcId="{7D2C244F-64BD-44B5-8620-39AFB70688BE}" destId="{93B5F1A7-1D6F-4831-9992-97DCCAC124AB}" srcOrd="0" destOrd="0" presId="urn:microsoft.com/office/officeart/2005/8/layout/vList2"/>
    <dgm:cxn modelId="{1DEAE8AA-5268-49C8-A79E-73CC851D16AA}" srcId="{8F24A6F7-D3F0-404F-A444-21CA5CD0188E}" destId="{7D2C244F-64BD-44B5-8620-39AFB70688BE}" srcOrd="2" destOrd="0" parTransId="{94336574-64CC-49D6-8F83-5669F02DAD93}" sibTransId="{E4262900-D7C3-4895-A988-0CB4DF76EF30}"/>
    <dgm:cxn modelId="{E146CA6B-8FC2-448C-89A6-28327CF75D3D}" type="presParOf" srcId="{787083EB-3DB3-4942-8DA9-2995931FA3CC}" destId="{A69D5AAD-7410-4CBE-87CE-39F5C9244DDB}" srcOrd="0" destOrd="0" presId="urn:microsoft.com/office/officeart/2005/8/layout/vList2"/>
    <dgm:cxn modelId="{EAAC82CD-78E4-459F-808E-C8233D0E9C51}" type="presParOf" srcId="{787083EB-3DB3-4942-8DA9-2995931FA3CC}" destId="{81CB21FE-B5B5-4A0F-96A3-E908E3B5EF8B}" srcOrd="1" destOrd="0" presId="urn:microsoft.com/office/officeart/2005/8/layout/vList2"/>
    <dgm:cxn modelId="{F56EF8ED-C26B-41A5-BB14-12FA04DF97E0}" type="presParOf" srcId="{787083EB-3DB3-4942-8DA9-2995931FA3CC}" destId="{7A5B8C7B-105A-48DB-9DE5-2CDF6D734103}" srcOrd="2" destOrd="0" presId="urn:microsoft.com/office/officeart/2005/8/layout/vList2"/>
    <dgm:cxn modelId="{40A4C273-8DE0-484A-ADAB-DF1B653F9785}" type="presParOf" srcId="{787083EB-3DB3-4942-8DA9-2995931FA3CC}" destId="{CB4061B9-0EED-4FC3-A7B7-F2EA68EB8865}" srcOrd="3" destOrd="0" presId="urn:microsoft.com/office/officeart/2005/8/layout/vList2"/>
    <dgm:cxn modelId="{6AF8F942-D590-4D6D-8130-699D8F1C1CD3}" type="presParOf" srcId="{787083EB-3DB3-4942-8DA9-2995931FA3CC}" destId="{93B5F1A7-1D6F-4831-9992-97DCCAC124AB}" srcOrd="4" destOrd="0" presId="urn:microsoft.com/office/officeart/2005/8/layout/vList2"/>
    <dgm:cxn modelId="{DF0AB1EF-C17E-4456-948C-88DCD64FBFBA}" type="presParOf" srcId="{787083EB-3DB3-4942-8DA9-2995931FA3CC}" destId="{FD28C5FF-B9CC-4974-A2DE-58E22E0E259B}" srcOrd="5" destOrd="0" presId="urn:microsoft.com/office/officeart/2005/8/layout/vList2"/>
    <dgm:cxn modelId="{EFAE5DB1-2502-47A0-A485-8B6FE123CA7A}" type="presParOf" srcId="{787083EB-3DB3-4942-8DA9-2995931FA3CC}" destId="{8730A87A-DDCC-4352-8755-8F33A7BD9A9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1B62BDB-B28E-41C1-89C4-9AAF44FB1B2A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18BC75A-844C-4DBA-BC32-F42A00A760A5}">
      <dgm:prSet/>
      <dgm:spPr/>
      <dgm:t>
        <a:bodyPr/>
        <a:lstStyle/>
        <a:p>
          <a:r>
            <a:rPr lang="en-US"/>
            <a:t>• Modelo baseline.</a:t>
          </a:r>
        </a:p>
      </dgm:t>
    </dgm:pt>
    <dgm:pt modelId="{6646D43D-1DEC-4B7A-8E92-5D6C346C82E0}" type="parTrans" cxnId="{8929DCC7-844B-41DB-8C01-581C8256A947}">
      <dgm:prSet/>
      <dgm:spPr/>
      <dgm:t>
        <a:bodyPr/>
        <a:lstStyle/>
        <a:p>
          <a:endParaRPr lang="en-US"/>
        </a:p>
      </dgm:t>
    </dgm:pt>
    <dgm:pt modelId="{B015EB23-70B7-46EE-B9E1-B7BCF49D19FB}" type="sibTrans" cxnId="{8929DCC7-844B-41DB-8C01-581C8256A947}">
      <dgm:prSet/>
      <dgm:spPr/>
      <dgm:t>
        <a:bodyPr/>
        <a:lstStyle/>
        <a:p>
          <a:endParaRPr lang="en-US"/>
        </a:p>
      </dgm:t>
    </dgm:pt>
    <dgm:pt modelId="{5ED3470B-8F96-4548-A179-D3E8A6155F6E}">
      <dgm:prSet/>
      <dgm:spPr/>
      <dgm:t>
        <a:bodyPr/>
        <a:lstStyle/>
        <a:p>
          <a:r>
            <a:rPr lang="en-US"/>
            <a:t>• LSTM inicial.</a:t>
          </a:r>
        </a:p>
      </dgm:t>
    </dgm:pt>
    <dgm:pt modelId="{0B182A50-CA73-4706-9082-497F646DE9B7}" type="parTrans" cxnId="{9EB11B93-39B0-443B-9D49-3CCEF5CFDF95}">
      <dgm:prSet/>
      <dgm:spPr/>
      <dgm:t>
        <a:bodyPr/>
        <a:lstStyle/>
        <a:p>
          <a:endParaRPr lang="en-US"/>
        </a:p>
      </dgm:t>
    </dgm:pt>
    <dgm:pt modelId="{1E692976-68D9-41E8-8A81-E65DDB23A5BD}" type="sibTrans" cxnId="{9EB11B93-39B0-443B-9D49-3CCEF5CFDF95}">
      <dgm:prSet/>
      <dgm:spPr/>
      <dgm:t>
        <a:bodyPr/>
        <a:lstStyle/>
        <a:p>
          <a:endParaRPr lang="en-US"/>
        </a:p>
      </dgm:t>
    </dgm:pt>
    <dgm:pt modelId="{2DF3774D-2A60-492E-880A-45C2FE2326D2}">
      <dgm:prSet/>
      <dgm:spPr/>
      <dgm:t>
        <a:bodyPr/>
        <a:lstStyle/>
        <a:p>
          <a:r>
            <a:rPr lang="en-US"/>
            <a:t>• Dropout y regularización.</a:t>
          </a:r>
        </a:p>
      </dgm:t>
    </dgm:pt>
    <dgm:pt modelId="{71B8D44E-9537-4042-86D8-FC203B43F3F7}" type="parTrans" cxnId="{9A0CFDC4-14C0-46D7-A25C-AE579DB5AD72}">
      <dgm:prSet/>
      <dgm:spPr/>
      <dgm:t>
        <a:bodyPr/>
        <a:lstStyle/>
        <a:p>
          <a:endParaRPr lang="en-US"/>
        </a:p>
      </dgm:t>
    </dgm:pt>
    <dgm:pt modelId="{E3D760FF-2BA0-4551-974D-688325E77E1C}" type="sibTrans" cxnId="{9A0CFDC4-14C0-46D7-A25C-AE579DB5AD72}">
      <dgm:prSet/>
      <dgm:spPr/>
      <dgm:t>
        <a:bodyPr/>
        <a:lstStyle/>
        <a:p>
          <a:endParaRPr lang="en-US"/>
        </a:p>
      </dgm:t>
    </dgm:pt>
    <dgm:pt modelId="{A4E9D30C-F20F-424A-8DCD-269C8A488DE8}">
      <dgm:prSet/>
      <dgm:spPr/>
      <dgm:t>
        <a:bodyPr/>
        <a:lstStyle/>
        <a:p>
          <a:r>
            <a:rPr lang="en-US"/>
            <a:t>• Primer Transformer.</a:t>
          </a:r>
        </a:p>
      </dgm:t>
    </dgm:pt>
    <dgm:pt modelId="{13EE1D94-96DA-4763-A25E-8FDA3FACB76F}" type="parTrans" cxnId="{712C9F54-A541-4DC9-880D-4AE8CBEBD2E1}">
      <dgm:prSet/>
      <dgm:spPr/>
      <dgm:t>
        <a:bodyPr/>
        <a:lstStyle/>
        <a:p>
          <a:endParaRPr lang="en-US"/>
        </a:p>
      </dgm:t>
    </dgm:pt>
    <dgm:pt modelId="{AD56D6D2-E208-408E-961D-A1933E263286}" type="sibTrans" cxnId="{712C9F54-A541-4DC9-880D-4AE8CBEBD2E1}">
      <dgm:prSet/>
      <dgm:spPr/>
      <dgm:t>
        <a:bodyPr/>
        <a:lstStyle/>
        <a:p>
          <a:endParaRPr lang="en-US"/>
        </a:p>
      </dgm:t>
    </dgm:pt>
    <dgm:pt modelId="{2416A66D-ED34-4491-95E6-5544B6233807}">
      <dgm:prSet/>
      <dgm:spPr/>
      <dgm:t>
        <a:bodyPr/>
        <a:lstStyle/>
        <a:p>
          <a:r>
            <a:rPr lang="en-US"/>
            <a:t>• Ajustes de dimensiones y heads.</a:t>
          </a:r>
        </a:p>
      </dgm:t>
    </dgm:pt>
    <dgm:pt modelId="{1DBCC17C-1D63-4449-98FB-E9F154E6C7C2}" type="parTrans" cxnId="{26C2DC37-2086-4877-8483-3CFCCD8620B6}">
      <dgm:prSet/>
      <dgm:spPr/>
      <dgm:t>
        <a:bodyPr/>
        <a:lstStyle/>
        <a:p>
          <a:endParaRPr lang="en-US"/>
        </a:p>
      </dgm:t>
    </dgm:pt>
    <dgm:pt modelId="{6F78703D-781C-4F35-8F78-ED1577D78B2B}" type="sibTrans" cxnId="{26C2DC37-2086-4877-8483-3CFCCD8620B6}">
      <dgm:prSet/>
      <dgm:spPr/>
      <dgm:t>
        <a:bodyPr/>
        <a:lstStyle/>
        <a:p>
          <a:endParaRPr lang="en-US"/>
        </a:p>
      </dgm:t>
    </dgm:pt>
    <dgm:pt modelId="{383A77B4-3838-486F-B10C-54F4512E98ED}">
      <dgm:prSet/>
      <dgm:spPr/>
      <dgm:t>
        <a:bodyPr/>
        <a:lstStyle/>
        <a:p>
          <a:r>
            <a:rPr lang="en-US"/>
            <a:t>• Optimización final.</a:t>
          </a:r>
        </a:p>
      </dgm:t>
    </dgm:pt>
    <dgm:pt modelId="{83FA2C77-4C8E-43A4-9567-298573571255}" type="parTrans" cxnId="{ADBC29A3-38C8-4D6D-9A76-6355CE7E85A7}">
      <dgm:prSet/>
      <dgm:spPr/>
      <dgm:t>
        <a:bodyPr/>
        <a:lstStyle/>
        <a:p>
          <a:endParaRPr lang="en-US"/>
        </a:p>
      </dgm:t>
    </dgm:pt>
    <dgm:pt modelId="{E941D778-86E7-4170-AC0F-4432CD1A1BC1}" type="sibTrans" cxnId="{ADBC29A3-38C8-4D6D-9A76-6355CE7E85A7}">
      <dgm:prSet/>
      <dgm:spPr/>
      <dgm:t>
        <a:bodyPr/>
        <a:lstStyle/>
        <a:p>
          <a:endParaRPr lang="en-US"/>
        </a:p>
      </dgm:t>
    </dgm:pt>
    <dgm:pt modelId="{D4C8E149-ED61-4250-9034-F88CEBC488A8}" type="pres">
      <dgm:prSet presAssocID="{91B62BDB-B28E-41C1-89C4-9AAF44FB1B2A}" presName="linear" presStyleCnt="0">
        <dgm:presLayoutVars>
          <dgm:animLvl val="lvl"/>
          <dgm:resizeHandles val="exact"/>
        </dgm:presLayoutVars>
      </dgm:prSet>
      <dgm:spPr/>
    </dgm:pt>
    <dgm:pt modelId="{264BB109-A419-434D-98EA-C9E32A4502C5}" type="pres">
      <dgm:prSet presAssocID="{018BC75A-844C-4DBA-BC32-F42A00A760A5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0F351EE3-8BA1-48B5-8B46-5C263D7D7899}" type="pres">
      <dgm:prSet presAssocID="{B015EB23-70B7-46EE-B9E1-B7BCF49D19FB}" presName="spacer" presStyleCnt="0"/>
      <dgm:spPr/>
    </dgm:pt>
    <dgm:pt modelId="{C47A1466-F886-45FF-B068-17635A69AA14}" type="pres">
      <dgm:prSet presAssocID="{5ED3470B-8F96-4548-A179-D3E8A6155F6E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B76A7A56-4A53-4A2A-BE8E-FFE169F51235}" type="pres">
      <dgm:prSet presAssocID="{1E692976-68D9-41E8-8A81-E65DDB23A5BD}" presName="spacer" presStyleCnt="0"/>
      <dgm:spPr/>
    </dgm:pt>
    <dgm:pt modelId="{EEC7426E-0CF7-481F-86A7-39FDC70DFC9D}" type="pres">
      <dgm:prSet presAssocID="{2DF3774D-2A60-492E-880A-45C2FE2326D2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DF33347A-5EBC-4AA0-A1A8-339E38B28BA0}" type="pres">
      <dgm:prSet presAssocID="{E3D760FF-2BA0-4551-974D-688325E77E1C}" presName="spacer" presStyleCnt="0"/>
      <dgm:spPr/>
    </dgm:pt>
    <dgm:pt modelId="{0A0F64D0-10C7-4225-8F8B-71D663CCB0B5}" type="pres">
      <dgm:prSet presAssocID="{A4E9D30C-F20F-424A-8DCD-269C8A488DE8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5902F74C-7B54-4051-92FD-150DCE909F5E}" type="pres">
      <dgm:prSet presAssocID="{AD56D6D2-E208-408E-961D-A1933E263286}" presName="spacer" presStyleCnt="0"/>
      <dgm:spPr/>
    </dgm:pt>
    <dgm:pt modelId="{61229D27-2B08-4C9D-A65E-3D7852F51CCA}" type="pres">
      <dgm:prSet presAssocID="{2416A66D-ED34-4491-95E6-5544B6233807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79C11B9F-D22E-4A8A-85A0-4D8905E70239}" type="pres">
      <dgm:prSet presAssocID="{6F78703D-781C-4F35-8F78-ED1577D78B2B}" presName="spacer" presStyleCnt="0"/>
      <dgm:spPr/>
    </dgm:pt>
    <dgm:pt modelId="{26D412DB-B3A5-416A-B9F4-36EE8ADCB793}" type="pres">
      <dgm:prSet presAssocID="{383A77B4-3838-486F-B10C-54F4512E98ED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26C2DC37-2086-4877-8483-3CFCCD8620B6}" srcId="{91B62BDB-B28E-41C1-89C4-9AAF44FB1B2A}" destId="{2416A66D-ED34-4491-95E6-5544B6233807}" srcOrd="4" destOrd="0" parTransId="{1DBCC17C-1D63-4449-98FB-E9F154E6C7C2}" sibTransId="{6F78703D-781C-4F35-8F78-ED1577D78B2B}"/>
    <dgm:cxn modelId="{F9E8203A-2314-4529-A023-9BB546E3B551}" type="presOf" srcId="{91B62BDB-B28E-41C1-89C4-9AAF44FB1B2A}" destId="{D4C8E149-ED61-4250-9034-F88CEBC488A8}" srcOrd="0" destOrd="0" presId="urn:microsoft.com/office/officeart/2005/8/layout/vList2"/>
    <dgm:cxn modelId="{400A5D3F-D369-47F5-84DC-B8D7C2EC2593}" type="presOf" srcId="{2DF3774D-2A60-492E-880A-45C2FE2326D2}" destId="{EEC7426E-0CF7-481F-86A7-39FDC70DFC9D}" srcOrd="0" destOrd="0" presId="urn:microsoft.com/office/officeart/2005/8/layout/vList2"/>
    <dgm:cxn modelId="{712C9F54-A541-4DC9-880D-4AE8CBEBD2E1}" srcId="{91B62BDB-B28E-41C1-89C4-9AAF44FB1B2A}" destId="{A4E9D30C-F20F-424A-8DCD-269C8A488DE8}" srcOrd="3" destOrd="0" parTransId="{13EE1D94-96DA-4763-A25E-8FDA3FACB76F}" sibTransId="{AD56D6D2-E208-408E-961D-A1933E263286}"/>
    <dgm:cxn modelId="{E00F9380-D891-4454-B9B0-A3621DD19105}" type="presOf" srcId="{A4E9D30C-F20F-424A-8DCD-269C8A488DE8}" destId="{0A0F64D0-10C7-4225-8F8B-71D663CCB0B5}" srcOrd="0" destOrd="0" presId="urn:microsoft.com/office/officeart/2005/8/layout/vList2"/>
    <dgm:cxn modelId="{9EB11B93-39B0-443B-9D49-3CCEF5CFDF95}" srcId="{91B62BDB-B28E-41C1-89C4-9AAF44FB1B2A}" destId="{5ED3470B-8F96-4548-A179-D3E8A6155F6E}" srcOrd="1" destOrd="0" parTransId="{0B182A50-CA73-4706-9082-497F646DE9B7}" sibTransId="{1E692976-68D9-41E8-8A81-E65DDB23A5BD}"/>
    <dgm:cxn modelId="{ADBC29A3-38C8-4D6D-9A76-6355CE7E85A7}" srcId="{91B62BDB-B28E-41C1-89C4-9AAF44FB1B2A}" destId="{383A77B4-3838-486F-B10C-54F4512E98ED}" srcOrd="5" destOrd="0" parTransId="{83FA2C77-4C8E-43A4-9567-298573571255}" sibTransId="{E941D778-86E7-4170-AC0F-4432CD1A1BC1}"/>
    <dgm:cxn modelId="{0FED90A5-4808-4A44-B686-0FE12C70740F}" type="presOf" srcId="{2416A66D-ED34-4491-95E6-5544B6233807}" destId="{61229D27-2B08-4C9D-A65E-3D7852F51CCA}" srcOrd="0" destOrd="0" presId="urn:microsoft.com/office/officeart/2005/8/layout/vList2"/>
    <dgm:cxn modelId="{126F7AAB-5A35-4F49-A4EC-ED9AE05C5EEB}" type="presOf" srcId="{5ED3470B-8F96-4548-A179-D3E8A6155F6E}" destId="{C47A1466-F886-45FF-B068-17635A69AA14}" srcOrd="0" destOrd="0" presId="urn:microsoft.com/office/officeart/2005/8/layout/vList2"/>
    <dgm:cxn modelId="{9E32C1AB-4C50-4EB2-9643-D84C1A780441}" type="presOf" srcId="{018BC75A-844C-4DBA-BC32-F42A00A760A5}" destId="{264BB109-A419-434D-98EA-C9E32A4502C5}" srcOrd="0" destOrd="0" presId="urn:microsoft.com/office/officeart/2005/8/layout/vList2"/>
    <dgm:cxn modelId="{9A0CFDC4-14C0-46D7-A25C-AE579DB5AD72}" srcId="{91B62BDB-B28E-41C1-89C4-9AAF44FB1B2A}" destId="{2DF3774D-2A60-492E-880A-45C2FE2326D2}" srcOrd="2" destOrd="0" parTransId="{71B8D44E-9537-4042-86D8-FC203B43F3F7}" sibTransId="{E3D760FF-2BA0-4551-974D-688325E77E1C}"/>
    <dgm:cxn modelId="{8929DCC7-844B-41DB-8C01-581C8256A947}" srcId="{91B62BDB-B28E-41C1-89C4-9AAF44FB1B2A}" destId="{018BC75A-844C-4DBA-BC32-F42A00A760A5}" srcOrd="0" destOrd="0" parTransId="{6646D43D-1DEC-4B7A-8E92-5D6C346C82E0}" sibTransId="{B015EB23-70B7-46EE-B9E1-B7BCF49D19FB}"/>
    <dgm:cxn modelId="{DC6A94C8-5BBB-442F-B25D-E7380C7CD050}" type="presOf" srcId="{383A77B4-3838-486F-B10C-54F4512E98ED}" destId="{26D412DB-B3A5-416A-B9F4-36EE8ADCB793}" srcOrd="0" destOrd="0" presId="urn:microsoft.com/office/officeart/2005/8/layout/vList2"/>
    <dgm:cxn modelId="{14C86114-8465-4370-800F-7ED68FA44B4F}" type="presParOf" srcId="{D4C8E149-ED61-4250-9034-F88CEBC488A8}" destId="{264BB109-A419-434D-98EA-C9E32A4502C5}" srcOrd="0" destOrd="0" presId="urn:microsoft.com/office/officeart/2005/8/layout/vList2"/>
    <dgm:cxn modelId="{95E753DA-80F2-4FD4-BCA4-EF39E3036F84}" type="presParOf" srcId="{D4C8E149-ED61-4250-9034-F88CEBC488A8}" destId="{0F351EE3-8BA1-48B5-8B46-5C263D7D7899}" srcOrd="1" destOrd="0" presId="urn:microsoft.com/office/officeart/2005/8/layout/vList2"/>
    <dgm:cxn modelId="{17AC9E8D-3278-46BC-897A-C870A0106B7F}" type="presParOf" srcId="{D4C8E149-ED61-4250-9034-F88CEBC488A8}" destId="{C47A1466-F886-45FF-B068-17635A69AA14}" srcOrd="2" destOrd="0" presId="urn:microsoft.com/office/officeart/2005/8/layout/vList2"/>
    <dgm:cxn modelId="{8759DA57-BD6D-4B4E-BD37-D94947A83C6E}" type="presParOf" srcId="{D4C8E149-ED61-4250-9034-F88CEBC488A8}" destId="{B76A7A56-4A53-4A2A-BE8E-FFE169F51235}" srcOrd="3" destOrd="0" presId="urn:microsoft.com/office/officeart/2005/8/layout/vList2"/>
    <dgm:cxn modelId="{E0D5CA31-7749-49DC-8B44-695A8EBB7171}" type="presParOf" srcId="{D4C8E149-ED61-4250-9034-F88CEBC488A8}" destId="{EEC7426E-0CF7-481F-86A7-39FDC70DFC9D}" srcOrd="4" destOrd="0" presId="urn:microsoft.com/office/officeart/2005/8/layout/vList2"/>
    <dgm:cxn modelId="{7FEF303D-7627-4319-A186-9D3F50566979}" type="presParOf" srcId="{D4C8E149-ED61-4250-9034-F88CEBC488A8}" destId="{DF33347A-5EBC-4AA0-A1A8-339E38B28BA0}" srcOrd="5" destOrd="0" presId="urn:microsoft.com/office/officeart/2005/8/layout/vList2"/>
    <dgm:cxn modelId="{BD90C1C7-319B-44DC-B8C5-EDCE09300AF2}" type="presParOf" srcId="{D4C8E149-ED61-4250-9034-F88CEBC488A8}" destId="{0A0F64D0-10C7-4225-8F8B-71D663CCB0B5}" srcOrd="6" destOrd="0" presId="urn:microsoft.com/office/officeart/2005/8/layout/vList2"/>
    <dgm:cxn modelId="{C3797FB2-2C70-42BC-B70B-45AAC507F159}" type="presParOf" srcId="{D4C8E149-ED61-4250-9034-F88CEBC488A8}" destId="{5902F74C-7B54-4051-92FD-150DCE909F5E}" srcOrd="7" destOrd="0" presId="urn:microsoft.com/office/officeart/2005/8/layout/vList2"/>
    <dgm:cxn modelId="{1A234B39-98A9-48BB-9C32-311E6C843585}" type="presParOf" srcId="{D4C8E149-ED61-4250-9034-F88CEBC488A8}" destId="{61229D27-2B08-4C9D-A65E-3D7852F51CCA}" srcOrd="8" destOrd="0" presId="urn:microsoft.com/office/officeart/2005/8/layout/vList2"/>
    <dgm:cxn modelId="{B50A5542-6978-49C6-8A2D-DA3CA0C8BCBD}" type="presParOf" srcId="{D4C8E149-ED61-4250-9034-F88CEBC488A8}" destId="{79C11B9F-D22E-4A8A-85A0-4D8905E70239}" srcOrd="9" destOrd="0" presId="urn:microsoft.com/office/officeart/2005/8/layout/vList2"/>
    <dgm:cxn modelId="{CAD1CE93-A06E-4DE8-945B-CBA3811BCBA9}" type="presParOf" srcId="{D4C8E149-ED61-4250-9034-F88CEBC488A8}" destId="{26D412DB-B3A5-416A-B9F4-36EE8ADCB793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EF02AF5-3342-4098-99C9-3D4282EF9542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3AA63B7-E6D1-43FB-BCBB-1CEA5003E759}">
      <dgm:prSet/>
      <dgm:spPr/>
      <dgm:t>
        <a:bodyPr/>
        <a:lstStyle/>
        <a:p>
          <a:r>
            <a:rPr lang="en-US"/>
            <a:t>Accuracy:</a:t>
          </a:r>
        </a:p>
      </dgm:t>
    </dgm:pt>
    <dgm:pt modelId="{31C87B88-9A64-48D5-9DD4-7B91C17EB76C}" type="parTrans" cxnId="{00350A32-A865-47D8-ADF6-568F02CB1F7C}">
      <dgm:prSet/>
      <dgm:spPr/>
      <dgm:t>
        <a:bodyPr/>
        <a:lstStyle/>
        <a:p>
          <a:endParaRPr lang="en-US"/>
        </a:p>
      </dgm:t>
    </dgm:pt>
    <dgm:pt modelId="{B0730D04-6835-46C9-BC60-AA878FBC8998}" type="sibTrans" cxnId="{00350A32-A865-47D8-ADF6-568F02CB1F7C}">
      <dgm:prSet/>
      <dgm:spPr/>
      <dgm:t>
        <a:bodyPr/>
        <a:lstStyle/>
        <a:p>
          <a:endParaRPr lang="en-US"/>
        </a:p>
      </dgm:t>
    </dgm:pt>
    <dgm:pt modelId="{2057A3B4-3BA1-40FA-BA44-CA94D5837195}">
      <dgm:prSet/>
      <dgm:spPr/>
      <dgm:t>
        <a:bodyPr/>
        <a:lstStyle/>
        <a:p>
          <a:r>
            <a:rPr lang="en-US"/>
            <a:t>• Baseline: 0.45</a:t>
          </a:r>
        </a:p>
      </dgm:t>
    </dgm:pt>
    <dgm:pt modelId="{FCB0A628-9BD8-4F41-9FBD-803CE9A3FC0C}" type="parTrans" cxnId="{76250CE0-A4E7-4795-BC42-1D60B61EE5B0}">
      <dgm:prSet/>
      <dgm:spPr/>
      <dgm:t>
        <a:bodyPr/>
        <a:lstStyle/>
        <a:p>
          <a:endParaRPr lang="en-US"/>
        </a:p>
      </dgm:t>
    </dgm:pt>
    <dgm:pt modelId="{46709452-5DE5-4312-810F-44EE96E413AF}" type="sibTrans" cxnId="{76250CE0-A4E7-4795-BC42-1D60B61EE5B0}">
      <dgm:prSet/>
      <dgm:spPr/>
      <dgm:t>
        <a:bodyPr/>
        <a:lstStyle/>
        <a:p>
          <a:endParaRPr lang="en-US"/>
        </a:p>
      </dgm:t>
    </dgm:pt>
    <dgm:pt modelId="{E1C7DCE6-71BC-4CD5-9B20-F0D23DF04BD5}">
      <dgm:prSet/>
      <dgm:spPr/>
      <dgm:t>
        <a:bodyPr/>
        <a:lstStyle/>
        <a:p>
          <a:r>
            <a:rPr lang="en-US"/>
            <a:t>• LSTM: 0.57</a:t>
          </a:r>
        </a:p>
      </dgm:t>
    </dgm:pt>
    <dgm:pt modelId="{4EDA1CD1-3A56-41A5-9372-4EE37D6ECFCA}" type="parTrans" cxnId="{5A78BEFC-979E-48A6-9C02-06455EC1554C}">
      <dgm:prSet/>
      <dgm:spPr/>
      <dgm:t>
        <a:bodyPr/>
        <a:lstStyle/>
        <a:p>
          <a:endParaRPr lang="en-US"/>
        </a:p>
      </dgm:t>
    </dgm:pt>
    <dgm:pt modelId="{A9BF2E3E-2C08-41E2-BB29-287C87F27822}" type="sibTrans" cxnId="{5A78BEFC-979E-48A6-9C02-06455EC1554C}">
      <dgm:prSet/>
      <dgm:spPr/>
      <dgm:t>
        <a:bodyPr/>
        <a:lstStyle/>
        <a:p>
          <a:endParaRPr lang="en-US"/>
        </a:p>
      </dgm:t>
    </dgm:pt>
    <dgm:pt modelId="{E0DF4282-BC7B-4E16-B8E6-0B9233A6D18A}">
      <dgm:prSet/>
      <dgm:spPr/>
      <dgm:t>
        <a:bodyPr/>
        <a:lstStyle/>
        <a:p>
          <a:r>
            <a:rPr lang="en-US"/>
            <a:t>• Transformer: 0.61</a:t>
          </a:r>
        </a:p>
      </dgm:t>
    </dgm:pt>
    <dgm:pt modelId="{BE759DAE-6646-48ED-A6C0-4FAFD6C3BF1E}" type="parTrans" cxnId="{3998AEEB-FF91-49AF-A1A2-4D1DF899926F}">
      <dgm:prSet/>
      <dgm:spPr/>
      <dgm:t>
        <a:bodyPr/>
        <a:lstStyle/>
        <a:p>
          <a:endParaRPr lang="en-US"/>
        </a:p>
      </dgm:t>
    </dgm:pt>
    <dgm:pt modelId="{CAB39D1D-DD20-4B08-999F-99CE166F4EC0}" type="sibTrans" cxnId="{3998AEEB-FF91-49AF-A1A2-4D1DF899926F}">
      <dgm:prSet/>
      <dgm:spPr/>
      <dgm:t>
        <a:bodyPr/>
        <a:lstStyle/>
        <a:p>
          <a:endParaRPr lang="en-US"/>
        </a:p>
      </dgm:t>
    </dgm:pt>
    <dgm:pt modelId="{2529E3F9-9B0C-43DD-B1EA-698FCCEB8B53}">
      <dgm:prSet/>
      <dgm:spPr/>
      <dgm:t>
        <a:bodyPr/>
        <a:lstStyle/>
        <a:p>
          <a:r>
            <a:rPr lang="en-US"/>
            <a:t>F1 macro:</a:t>
          </a:r>
        </a:p>
      </dgm:t>
    </dgm:pt>
    <dgm:pt modelId="{B6D39703-7B12-4A23-BBF6-036E8ED6B4AC}" type="parTrans" cxnId="{03B04CAB-8F2E-4187-911B-5DB52DDA790C}">
      <dgm:prSet/>
      <dgm:spPr/>
      <dgm:t>
        <a:bodyPr/>
        <a:lstStyle/>
        <a:p>
          <a:endParaRPr lang="en-US"/>
        </a:p>
      </dgm:t>
    </dgm:pt>
    <dgm:pt modelId="{61A3DB6A-2A40-4E11-B689-5DB0BE39CD90}" type="sibTrans" cxnId="{03B04CAB-8F2E-4187-911B-5DB52DDA790C}">
      <dgm:prSet/>
      <dgm:spPr/>
      <dgm:t>
        <a:bodyPr/>
        <a:lstStyle/>
        <a:p>
          <a:endParaRPr lang="en-US"/>
        </a:p>
      </dgm:t>
    </dgm:pt>
    <dgm:pt modelId="{4C795359-D647-4F3D-BE02-ABAFDD606EA0}">
      <dgm:prSet/>
      <dgm:spPr/>
      <dgm:t>
        <a:bodyPr/>
        <a:lstStyle/>
        <a:p>
          <a:r>
            <a:rPr lang="en-US"/>
            <a:t>• Baseline: 0.39</a:t>
          </a:r>
        </a:p>
      </dgm:t>
    </dgm:pt>
    <dgm:pt modelId="{ADA7A109-8A54-455B-9799-94B23D53C1D4}" type="parTrans" cxnId="{E17CF76F-0932-41A2-99D0-2A304B818DA2}">
      <dgm:prSet/>
      <dgm:spPr/>
      <dgm:t>
        <a:bodyPr/>
        <a:lstStyle/>
        <a:p>
          <a:endParaRPr lang="en-US"/>
        </a:p>
      </dgm:t>
    </dgm:pt>
    <dgm:pt modelId="{39D32778-7D12-4A92-951F-FC1FEF12232F}" type="sibTrans" cxnId="{E17CF76F-0932-41A2-99D0-2A304B818DA2}">
      <dgm:prSet/>
      <dgm:spPr/>
      <dgm:t>
        <a:bodyPr/>
        <a:lstStyle/>
        <a:p>
          <a:endParaRPr lang="en-US"/>
        </a:p>
      </dgm:t>
    </dgm:pt>
    <dgm:pt modelId="{F3421268-4D34-4991-8A53-BB8445FF2F11}">
      <dgm:prSet/>
      <dgm:spPr/>
      <dgm:t>
        <a:bodyPr/>
        <a:lstStyle/>
        <a:p>
          <a:r>
            <a:rPr lang="en-US"/>
            <a:t>• LSTM: 0.53</a:t>
          </a:r>
        </a:p>
      </dgm:t>
    </dgm:pt>
    <dgm:pt modelId="{8BD232FD-A9E2-462A-8CD7-1F27C1611FAF}" type="parTrans" cxnId="{51ED9112-1F65-4DE1-96BF-230F3148E007}">
      <dgm:prSet/>
      <dgm:spPr/>
      <dgm:t>
        <a:bodyPr/>
        <a:lstStyle/>
        <a:p>
          <a:endParaRPr lang="en-US"/>
        </a:p>
      </dgm:t>
    </dgm:pt>
    <dgm:pt modelId="{94BD42DF-BBAE-42F9-92F7-89434E2C5022}" type="sibTrans" cxnId="{51ED9112-1F65-4DE1-96BF-230F3148E007}">
      <dgm:prSet/>
      <dgm:spPr/>
      <dgm:t>
        <a:bodyPr/>
        <a:lstStyle/>
        <a:p>
          <a:endParaRPr lang="en-US"/>
        </a:p>
      </dgm:t>
    </dgm:pt>
    <dgm:pt modelId="{77A1C698-B797-4816-9428-DC46628EA6AE}">
      <dgm:prSet/>
      <dgm:spPr/>
      <dgm:t>
        <a:bodyPr/>
        <a:lstStyle/>
        <a:p>
          <a:r>
            <a:rPr lang="en-US"/>
            <a:t>• Transformer: 0.58</a:t>
          </a:r>
        </a:p>
      </dgm:t>
    </dgm:pt>
    <dgm:pt modelId="{3392BCFE-4A42-45A2-ACCF-1B31D55EE83C}" type="parTrans" cxnId="{8CF8A8AC-642E-47D2-9976-C6884A2B82D9}">
      <dgm:prSet/>
      <dgm:spPr/>
      <dgm:t>
        <a:bodyPr/>
        <a:lstStyle/>
        <a:p>
          <a:endParaRPr lang="en-US"/>
        </a:p>
      </dgm:t>
    </dgm:pt>
    <dgm:pt modelId="{73080E05-6750-4D2D-AD6C-9641CFE10801}" type="sibTrans" cxnId="{8CF8A8AC-642E-47D2-9976-C6884A2B82D9}">
      <dgm:prSet/>
      <dgm:spPr/>
      <dgm:t>
        <a:bodyPr/>
        <a:lstStyle/>
        <a:p>
          <a:endParaRPr lang="en-US"/>
        </a:p>
      </dgm:t>
    </dgm:pt>
    <dgm:pt modelId="{4F9BF163-1599-4365-8996-0FBF85CB72CE}" type="pres">
      <dgm:prSet presAssocID="{6EF02AF5-3342-4098-99C9-3D4282EF9542}" presName="linear" presStyleCnt="0">
        <dgm:presLayoutVars>
          <dgm:animLvl val="lvl"/>
          <dgm:resizeHandles val="exact"/>
        </dgm:presLayoutVars>
      </dgm:prSet>
      <dgm:spPr/>
    </dgm:pt>
    <dgm:pt modelId="{37C14C74-53DE-4003-921A-2AAA6FF90A88}" type="pres">
      <dgm:prSet presAssocID="{33AA63B7-E6D1-43FB-BCBB-1CEA5003E759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E7D18BCC-F198-4C36-9E23-1DA1DDF07878}" type="pres">
      <dgm:prSet presAssocID="{B0730D04-6835-46C9-BC60-AA878FBC8998}" presName="spacer" presStyleCnt="0"/>
      <dgm:spPr/>
    </dgm:pt>
    <dgm:pt modelId="{58591960-FF5A-4A0D-BD1A-A14780556C6F}" type="pres">
      <dgm:prSet presAssocID="{2057A3B4-3BA1-40FA-BA44-CA94D5837195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3AF93644-5B39-439B-994B-FD5651E444ED}" type="pres">
      <dgm:prSet presAssocID="{46709452-5DE5-4312-810F-44EE96E413AF}" presName="spacer" presStyleCnt="0"/>
      <dgm:spPr/>
    </dgm:pt>
    <dgm:pt modelId="{F1C744E7-4259-44E6-98D6-1E3933D7B737}" type="pres">
      <dgm:prSet presAssocID="{E1C7DCE6-71BC-4CD5-9B20-F0D23DF04BD5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892C610A-18BD-43D4-9878-57735D1F379C}" type="pres">
      <dgm:prSet presAssocID="{A9BF2E3E-2C08-41E2-BB29-287C87F27822}" presName="spacer" presStyleCnt="0"/>
      <dgm:spPr/>
    </dgm:pt>
    <dgm:pt modelId="{CD15E36E-88A0-49B6-86C3-F617E8289A2D}" type="pres">
      <dgm:prSet presAssocID="{E0DF4282-BC7B-4E16-B8E6-0B9233A6D18A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A1434828-89C1-4CF2-9235-12D4D739DF5C}" type="pres">
      <dgm:prSet presAssocID="{CAB39D1D-DD20-4B08-999F-99CE166F4EC0}" presName="spacer" presStyleCnt="0"/>
      <dgm:spPr/>
    </dgm:pt>
    <dgm:pt modelId="{9C11979C-6272-4F71-85A0-4F2EC1737693}" type="pres">
      <dgm:prSet presAssocID="{2529E3F9-9B0C-43DD-B1EA-698FCCEB8B53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A1DD8538-173E-4547-A3A8-F32E48CFFEDC}" type="pres">
      <dgm:prSet presAssocID="{61A3DB6A-2A40-4E11-B689-5DB0BE39CD90}" presName="spacer" presStyleCnt="0"/>
      <dgm:spPr/>
    </dgm:pt>
    <dgm:pt modelId="{4FA73344-2292-45FF-9A83-564FD3584D5D}" type="pres">
      <dgm:prSet presAssocID="{4C795359-D647-4F3D-BE02-ABAFDD606EA0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069CFA7C-20CE-4169-B842-F35476247033}" type="pres">
      <dgm:prSet presAssocID="{39D32778-7D12-4A92-951F-FC1FEF12232F}" presName="spacer" presStyleCnt="0"/>
      <dgm:spPr/>
    </dgm:pt>
    <dgm:pt modelId="{6716723E-6565-4224-98D0-34EDEAB13A20}" type="pres">
      <dgm:prSet presAssocID="{F3421268-4D34-4991-8A53-BB8445FF2F11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8B5851F9-046D-4636-B87C-937E3D5649A5}" type="pres">
      <dgm:prSet presAssocID="{94BD42DF-BBAE-42F9-92F7-89434E2C5022}" presName="spacer" presStyleCnt="0"/>
      <dgm:spPr/>
    </dgm:pt>
    <dgm:pt modelId="{8F562D26-A61B-41FA-909E-69ECD951387E}" type="pres">
      <dgm:prSet presAssocID="{77A1C698-B797-4816-9428-DC46628EA6AE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EE57AC0A-A69B-47DD-85BB-68488A490AC8}" type="presOf" srcId="{E0DF4282-BC7B-4E16-B8E6-0B9233A6D18A}" destId="{CD15E36E-88A0-49B6-86C3-F617E8289A2D}" srcOrd="0" destOrd="0" presId="urn:microsoft.com/office/officeart/2005/8/layout/vList2"/>
    <dgm:cxn modelId="{51ED9112-1F65-4DE1-96BF-230F3148E007}" srcId="{6EF02AF5-3342-4098-99C9-3D4282EF9542}" destId="{F3421268-4D34-4991-8A53-BB8445FF2F11}" srcOrd="6" destOrd="0" parTransId="{8BD232FD-A9E2-462A-8CD7-1F27C1611FAF}" sibTransId="{94BD42DF-BBAE-42F9-92F7-89434E2C5022}"/>
    <dgm:cxn modelId="{D6F75524-CB90-4652-AFE8-2AD5AAB3F503}" type="presOf" srcId="{77A1C698-B797-4816-9428-DC46628EA6AE}" destId="{8F562D26-A61B-41FA-909E-69ECD951387E}" srcOrd="0" destOrd="0" presId="urn:microsoft.com/office/officeart/2005/8/layout/vList2"/>
    <dgm:cxn modelId="{00350A32-A865-47D8-ADF6-568F02CB1F7C}" srcId="{6EF02AF5-3342-4098-99C9-3D4282EF9542}" destId="{33AA63B7-E6D1-43FB-BCBB-1CEA5003E759}" srcOrd="0" destOrd="0" parTransId="{31C87B88-9A64-48D5-9DD4-7B91C17EB76C}" sibTransId="{B0730D04-6835-46C9-BC60-AA878FBC8998}"/>
    <dgm:cxn modelId="{9A18F95B-F115-4EB6-997C-A7456B34A985}" type="presOf" srcId="{6EF02AF5-3342-4098-99C9-3D4282EF9542}" destId="{4F9BF163-1599-4365-8996-0FBF85CB72CE}" srcOrd="0" destOrd="0" presId="urn:microsoft.com/office/officeart/2005/8/layout/vList2"/>
    <dgm:cxn modelId="{AD65254A-CC72-4B87-8066-DD0912CD070D}" type="presOf" srcId="{F3421268-4D34-4991-8A53-BB8445FF2F11}" destId="{6716723E-6565-4224-98D0-34EDEAB13A20}" srcOrd="0" destOrd="0" presId="urn:microsoft.com/office/officeart/2005/8/layout/vList2"/>
    <dgm:cxn modelId="{E17CF76F-0932-41A2-99D0-2A304B818DA2}" srcId="{6EF02AF5-3342-4098-99C9-3D4282EF9542}" destId="{4C795359-D647-4F3D-BE02-ABAFDD606EA0}" srcOrd="5" destOrd="0" parTransId="{ADA7A109-8A54-455B-9799-94B23D53C1D4}" sibTransId="{39D32778-7D12-4A92-951F-FC1FEF12232F}"/>
    <dgm:cxn modelId="{BC5DD47E-B974-4F44-B8D7-862CE1B5A637}" type="presOf" srcId="{4C795359-D647-4F3D-BE02-ABAFDD606EA0}" destId="{4FA73344-2292-45FF-9A83-564FD3584D5D}" srcOrd="0" destOrd="0" presId="urn:microsoft.com/office/officeart/2005/8/layout/vList2"/>
    <dgm:cxn modelId="{03B04CAB-8F2E-4187-911B-5DB52DDA790C}" srcId="{6EF02AF5-3342-4098-99C9-3D4282EF9542}" destId="{2529E3F9-9B0C-43DD-B1EA-698FCCEB8B53}" srcOrd="4" destOrd="0" parTransId="{B6D39703-7B12-4A23-BBF6-036E8ED6B4AC}" sibTransId="{61A3DB6A-2A40-4E11-B689-5DB0BE39CD90}"/>
    <dgm:cxn modelId="{8CF8A8AC-642E-47D2-9976-C6884A2B82D9}" srcId="{6EF02AF5-3342-4098-99C9-3D4282EF9542}" destId="{77A1C698-B797-4816-9428-DC46628EA6AE}" srcOrd="7" destOrd="0" parTransId="{3392BCFE-4A42-45A2-ACCF-1B31D55EE83C}" sibTransId="{73080E05-6750-4D2D-AD6C-9641CFE10801}"/>
    <dgm:cxn modelId="{8A574BC2-8AC9-4E54-BDD1-473B6016A2EC}" type="presOf" srcId="{E1C7DCE6-71BC-4CD5-9B20-F0D23DF04BD5}" destId="{F1C744E7-4259-44E6-98D6-1E3933D7B737}" srcOrd="0" destOrd="0" presId="urn:microsoft.com/office/officeart/2005/8/layout/vList2"/>
    <dgm:cxn modelId="{76250CE0-A4E7-4795-BC42-1D60B61EE5B0}" srcId="{6EF02AF5-3342-4098-99C9-3D4282EF9542}" destId="{2057A3B4-3BA1-40FA-BA44-CA94D5837195}" srcOrd="1" destOrd="0" parTransId="{FCB0A628-9BD8-4F41-9FBD-803CE9A3FC0C}" sibTransId="{46709452-5DE5-4312-810F-44EE96E413AF}"/>
    <dgm:cxn modelId="{A33A2BE3-5456-4999-9B4A-BAFD5D5A413E}" type="presOf" srcId="{2529E3F9-9B0C-43DD-B1EA-698FCCEB8B53}" destId="{9C11979C-6272-4F71-85A0-4F2EC1737693}" srcOrd="0" destOrd="0" presId="urn:microsoft.com/office/officeart/2005/8/layout/vList2"/>
    <dgm:cxn modelId="{15A062EB-B96D-4797-A39F-523A56F33664}" type="presOf" srcId="{2057A3B4-3BA1-40FA-BA44-CA94D5837195}" destId="{58591960-FF5A-4A0D-BD1A-A14780556C6F}" srcOrd="0" destOrd="0" presId="urn:microsoft.com/office/officeart/2005/8/layout/vList2"/>
    <dgm:cxn modelId="{3998AEEB-FF91-49AF-A1A2-4D1DF899926F}" srcId="{6EF02AF5-3342-4098-99C9-3D4282EF9542}" destId="{E0DF4282-BC7B-4E16-B8E6-0B9233A6D18A}" srcOrd="3" destOrd="0" parTransId="{BE759DAE-6646-48ED-A6C0-4FAFD6C3BF1E}" sibTransId="{CAB39D1D-DD20-4B08-999F-99CE166F4EC0}"/>
    <dgm:cxn modelId="{7324E6EC-3F7C-4C92-85E7-61076846A48C}" type="presOf" srcId="{33AA63B7-E6D1-43FB-BCBB-1CEA5003E759}" destId="{37C14C74-53DE-4003-921A-2AAA6FF90A88}" srcOrd="0" destOrd="0" presId="urn:microsoft.com/office/officeart/2005/8/layout/vList2"/>
    <dgm:cxn modelId="{5A78BEFC-979E-48A6-9C02-06455EC1554C}" srcId="{6EF02AF5-3342-4098-99C9-3D4282EF9542}" destId="{E1C7DCE6-71BC-4CD5-9B20-F0D23DF04BD5}" srcOrd="2" destOrd="0" parTransId="{4EDA1CD1-3A56-41A5-9372-4EE37D6ECFCA}" sibTransId="{A9BF2E3E-2C08-41E2-BB29-287C87F27822}"/>
    <dgm:cxn modelId="{35070C70-364A-452B-9972-135572828BBC}" type="presParOf" srcId="{4F9BF163-1599-4365-8996-0FBF85CB72CE}" destId="{37C14C74-53DE-4003-921A-2AAA6FF90A88}" srcOrd="0" destOrd="0" presId="urn:microsoft.com/office/officeart/2005/8/layout/vList2"/>
    <dgm:cxn modelId="{2F8AC4AD-773F-463C-A4D2-8DA889C20B2E}" type="presParOf" srcId="{4F9BF163-1599-4365-8996-0FBF85CB72CE}" destId="{E7D18BCC-F198-4C36-9E23-1DA1DDF07878}" srcOrd="1" destOrd="0" presId="urn:microsoft.com/office/officeart/2005/8/layout/vList2"/>
    <dgm:cxn modelId="{BDCCE4A3-F5A3-4E86-971C-FE2B76A15484}" type="presParOf" srcId="{4F9BF163-1599-4365-8996-0FBF85CB72CE}" destId="{58591960-FF5A-4A0D-BD1A-A14780556C6F}" srcOrd="2" destOrd="0" presId="urn:microsoft.com/office/officeart/2005/8/layout/vList2"/>
    <dgm:cxn modelId="{79CFA75A-3341-4B0B-B616-EA645F73DF8D}" type="presParOf" srcId="{4F9BF163-1599-4365-8996-0FBF85CB72CE}" destId="{3AF93644-5B39-439B-994B-FD5651E444ED}" srcOrd="3" destOrd="0" presId="urn:microsoft.com/office/officeart/2005/8/layout/vList2"/>
    <dgm:cxn modelId="{A3604F49-8116-413C-897C-27CDBC8A56C0}" type="presParOf" srcId="{4F9BF163-1599-4365-8996-0FBF85CB72CE}" destId="{F1C744E7-4259-44E6-98D6-1E3933D7B737}" srcOrd="4" destOrd="0" presId="urn:microsoft.com/office/officeart/2005/8/layout/vList2"/>
    <dgm:cxn modelId="{3F8B5137-57CF-4835-A499-539E9D36B275}" type="presParOf" srcId="{4F9BF163-1599-4365-8996-0FBF85CB72CE}" destId="{892C610A-18BD-43D4-9878-57735D1F379C}" srcOrd="5" destOrd="0" presId="urn:microsoft.com/office/officeart/2005/8/layout/vList2"/>
    <dgm:cxn modelId="{31EE2644-9C52-45E5-80D7-D78469D52071}" type="presParOf" srcId="{4F9BF163-1599-4365-8996-0FBF85CB72CE}" destId="{CD15E36E-88A0-49B6-86C3-F617E8289A2D}" srcOrd="6" destOrd="0" presId="urn:microsoft.com/office/officeart/2005/8/layout/vList2"/>
    <dgm:cxn modelId="{962CF2E0-DE33-4F79-BA93-0A1BA2B3B642}" type="presParOf" srcId="{4F9BF163-1599-4365-8996-0FBF85CB72CE}" destId="{A1434828-89C1-4CF2-9235-12D4D739DF5C}" srcOrd="7" destOrd="0" presId="urn:microsoft.com/office/officeart/2005/8/layout/vList2"/>
    <dgm:cxn modelId="{E1A0ADE7-DEF0-47F7-84BA-87339B6B2CF5}" type="presParOf" srcId="{4F9BF163-1599-4365-8996-0FBF85CB72CE}" destId="{9C11979C-6272-4F71-85A0-4F2EC1737693}" srcOrd="8" destOrd="0" presId="urn:microsoft.com/office/officeart/2005/8/layout/vList2"/>
    <dgm:cxn modelId="{4B6D7725-520B-41DB-86A1-9E70415A38BE}" type="presParOf" srcId="{4F9BF163-1599-4365-8996-0FBF85CB72CE}" destId="{A1DD8538-173E-4547-A3A8-F32E48CFFEDC}" srcOrd="9" destOrd="0" presId="urn:microsoft.com/office/officeart/2005/8/layout/vList2"/>
    <dgm:cxn modelId="{33631603-FE83-415C-890C-1E1BB8FDE425}" type="presParOf" srcId="{4F9BF163-1599-4365-8996-0FBF85CB72CE}" destId="{4FA73344-2292-45FF-9A83-564FD3584D5D}" srcOrd="10" destOrd="0" presId="urn:microsoft.com/office/officeart/2005/8/layout/vList2"/>
    <dgm:cxn modelId="{F480547B-18B1-47D2-893C-C6203ABB876B}" type="presParOf" srcId="{4F9BF163-1599-4365-8996-0FBF85CB72CE}" destId="{069CFA7C-20CE-4169-B842-F35476247033}" srcOrd="11" destOrd="0" presId="urn:microsoft.com/office/officeart/2005/8/layout/vList2"/>
    <dgm:cxn modelId="{F00A94C1-718C-43B8-B9C1-D613BD201701}" type="presParOf" srcId="{4F9BF163-1599-4365-8996-0FBF85CB72CE}" destId="{6716723E-6565-4224-98D0-34EDEAB13A20}" srcOrd="12" destOrd="0" presId="urn:microsoft.com/office/officeart/2005/8/layout/vList2"/>
    <dgm:cxn modelId="{48292804-D030-4AD8-84D4-2BFE8173A285}" type="presParOf" srcId="{4F9BF163-1599-4365-8996-0FBF85CB72CE}" destId="{8B5851F9-046D-4636-B87C-937E3D5649A5}" srcOrd="13" destOrd="0" presId="urn:microsoft.com/office/officeart/2005/8/layout/vList2"/>
    <dgm:cxn modelId="{DFBB6287-7184-452F-895A-D870617D6A93}" type="presParOf" srcId="{4F9BF163-1599-4365-8996-0FBF85CB72CE}" destId="{8F562D26-A61B-41FA-909E-69ECD951387E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63F9089-03BC-4AFF-8569-17452C03C39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70269769-7EB5-4DB9-BA19-AAF77D64FC38}">
      <dgm:prSet/>
      <dgm:spPr/>
      <dgm:t>
        <a:bodyPr/>
        <a:lstStyle/>
        <a:p>
          <a:r>
            <a:rPr lang="en-US"/>
            <a:t>• Los modelos secuenciales capturan mejor patrones deportivos.</a:t>
          </a:r>
        </a:p>
      </dgm:t>
    </dgm:pt>
    <dgm:pt modelId="{0CFBB51E-1AA7-4CFD-952E-59D8BB68CBA7}" type="parTrans" cxnId="{6EAD2524-21B7-4231-9D07-C6A791E664CE}">
      <dgm:prSet/>
      <dgm:spPr/>
      <dgm:t>
        <a:bodyPr/>
        <a:lstStyle/>
        <a:p>
          <a:endParaRPr lang="en-US"/>
        </a:p>
      </dgm:t>
    </dgm:pt>
    <dgm:pt modelId="{E23B5506-9424-4067-B8EE-22EDCE7D897C}" type="sibTrans" cxnId="{6EAD2524-21B7-4231-9D07-C6A791E664CE}">
      <dgm:prSet/>
      <dgm:spPr/>
      <dgm:t>
        <a:bodyPr/>
        <a:lstStyle/>
        <a:p>
          <a:endParaRPr lang="en-US"/>
        </a:p>
      </dgm:t>
    </dgm:pt>
    <dgm:pt modelId="{B3850DF1-D313-4935-8CAE-F9D83F87E923}">
      <dgm:prSet/>
      <dgm:spPr/>
      <dgm:t>
        <a:bodyPr/>
        <a:lstStyle/>
        <a:p>
          <a:r>
            <a:rPr lang="en-US"/>
            <a:t>• Transformer supera LSTM.</a:t>
          </a:r>
        </a:p>
      </dgm:t>
    </dgm:pt>
    <dgm:pt modelId="{C0A4DE10-8522-47C9-854A-65AB11AA81E2}" type="parTrans" cxnId="{FFC310D5-11E6-4B93-A141-3E716EC9543A}">
      <dgm:prSet/>
      <dgm:spPr/>
      <dgm:t>
        <a:bodyPr/>
        <a:lstStyle/>
        <a:p>
          <a:endParaRPr lang="en-US"/>
        </a:p>
      </dgm:t>
    </dgm:pt>
    <dgm:pt modelId="{8AE8F605-2848-4A41-BC02-017D9E7646FD}" type="sibTrans" cxnId="{FFC310D5-11E6-4B93-A141-3E716EC9543A}">
      <dgm:prSet/>
      <dgm:spPr/>
      <dgm:t>
        <a:bodyPr/>
        <a:lstStyle/>
        <a:p>
          <a:endParaRPr lang="en-US"/>
        </a:p>
      </dgm:t>
    </dgm:pt>
    <dgm:pt modelId="{C8218F88-5B67-4B1F-B3ED-81700BBEDE3B}">
      <dgm:prSet/>
      <dgm:spPr/>
      <dgm:t>
        <a:bodyPr/>
        <a:lstStyle/>
        <a:p>
          <a:r>
            <a:rPr lang="en-US"/>
            <a:t>• Dominios deportivos son ruidosos.</a:t>
          </a:r>
        </a:p>
      </dgm:t>
    </dgm:pt>
    <dgm:pt modelId="{3CE033AE-E06C-473C-9944-57DC40488388}" type="parTrans" cxnId="{3A67C2FD-C5B0-4C6F-8273-88F9CE958391}">
      <dgm:prSet/>
      <dgm:spPr/>
      <dgm:t>
        <a:bodyPr/>
        <a:lstStyle/>
        <a:p>
          <a:endParaRPr lang="en-US"/>
        </a:p>
      </dgm:t>
    </dgm:pt>
    <dgm:pt modelId="{C7A49419-0C7C-4B8A-9E89-E3CD84C50EF1}" type="sibTrans" cxnId="{3A67C2FD-C5B0-4C6F-8273-88F9CE958391}">
      <dgm:prSet/>
      <dgm:spPr/>
      <dgm:t>
        <a:bodyPr/>
        <a:lstStyle/>
        <a:p>
          <a:endParaRPr lang="en-US"/>
        </a:p>
      </dgm:t>
    </dgm:pt>
    <dgm:pt modelId="{CE5E0EA4-1574-4C11-936C-26C5BBF5D639}">
      <dgm:prSet/>
      <dgm:spPr/>
      <dgm:t>
        <a:bodyPr/>
        <a:lstStyle/>
        <a:p>
          <a:r>
            <a:rPr lang="en-US"/>
            <a:t>• Trabajo futuro: más variables y modelos avanzados.</a:t>
          </a:r>
        </a:p>
      </dgm:t>
    </dgm:pt>
    <dgm:pt modelId="{034C722A-965F-45CC-99CB-52090C78648B}" type="parTrans" cxnId="{0B3A4667-597E-4D12-879E-92C8217E4951}">
      <dgm:prSet/>
      <dgm:spPr/>
      <dgm:t>
        <a:bodyPr/>
        <a:lstStyle/>
        <a:p>
          <a:endParaRPr lang="en-US"/>
        </a:p>
      </dgm:t>
    </dgm:pt>
    <dgm:pt modelId="{2A14A3AA-E0DB-4935-AD9F-DA6EDBF65D30}" type="sibTrans" cxnId="{0B3A4667-597E-4D12-879E-92C8217E4951}">
      <dgm:prSet/>
      <dgm:spPr/>
      <dgm:t>
        <a:bodyPr/>
        <a:lstStyle/>
        <a:p>
          <a:endParaRPr lang="en-US"/>
        </a:p>
      </dgm:t>
    </dgm:pt>
    <dgm:pt modelId="{61DBFB9B-9E3F-428D-ABEF-CF49739A50B0}" type="pres">
      <dgm:prSet presAssocID="{E63F9089-03BC-4AFF-8569-17452C03C391}" presName="root" presStyleCnt="0">
        <dgm:presLayoutVars>
          <dgm:dir/>
          <dgm:resizeHandles val="exact"/>
        </dgm:presLayoutVars>
      </dgm:prSet>
      <dgm:spPr/>
    </dgm:pt>
    <dgm:pt modelId="{85CDB72F-B15B-4416-99F0-3A0E2B1D538F}" type="pres">
      <dgm:prSet presAssocID="{70269769-7EB5-4DB9-BA19-AAF77D64FC38}" presName="compNode" presStyleCnt="0"/>
      <dgm:spPr/>
    </dgm:pt>
    <dgm:pt modelId="{0EE862F2-FCB0-4286-B3DD-54DA1BF65ACB}" type="pres">
      <dgm:prSet presAssocID="{70269769-7EB5-4DB9-BA19-AAF77D64FC38}" presName="bgRect" presStyleLbl="bgShp" presStyleIdx="0" presStyleCnt="4"/>
      <dgm:spPr/>
    </dgm:pt>
    <dgm:pt modelId="{A733D732-CA73-4C2A-B49D-BA12D9C0E279}" type="pres">
      <dgm:prSet presAssocID="{70269769-7EB5-4DB9-BA19-AAF77D64FC3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251E1588-A65F-438E-A2DA-D16A370C1D8B}" type="pres">
      <dgm:prSet presAssocID="{70269769-7EB5-4DB9-BA19-AAF77D64FC38}" presName="spaceRect" presStyleCnt="0"/>
      <dgm:spPr/>
    </dgm:pt>
    <dgm:pt modelId="{703EB52A-5C55-4AAC-B32E-45A98C2506E1}" type="pres">
      <dgm:prSet presAssocID="{70269769-7EB5-4DB9-BA19-AAF77D64FC38}" presName="parTx" presStyleLbl="revTx" presStyleIdx="0" presStyleCnt="4">
        <dgm:presLayoutVars>
          <dgm:chMax val="0"/>
          <dgm:chPref val="0"/>
        </dgm:presLayoutVars>
      </dgm:prSet>
      <dgm:spPr/>
    </dgm:pt>
    <dgm:pt modelId="{7605F45C-3C5D-4AD1-BD43-7DB3A6572912}" type="pres">
      <dgm:prSet presAssocID="{E23B5506-9424-4067-B8EE-22EDCE7D897C}" presName="sibTrans" presStyleCnt="0"/>
      <dgm:spPr/>
    </dgm:pt>
    <dgm:pt modelId="{9FB37F5C-3332-427F-B0F9-4E281DF1A9B8}" type="pres">
      <dgm:prSet presAssocID="{B3850DF1-D313-4935-8CAE-F9D83F87E923}" presName="compNode" presStyleCnt="0"/>
      <dgm:spPr/>
    </dgm:pt>
    <dgm:pt modelId="{573096AE-0ADA-42CD-9B09-2B0F86DC35B3}" type="pres">
      <dgm:prSet presAssocID="{B3850DF1-D313-4935-8CAE-F9D83F87E923}" presName="bgRect" presStyleLbl="bgShp" presStyleIdx="1" presStyleCnt="4"/>
      <dgm:spPr/>
    </dgm:pt>
    <dgm:pt modelId="{121F07B1-CED7-45DB-84C9-67B92EF7C205}" type="pres">
      <dgm:prSet presAssocID="{B3850DF1-D313-4935-8CAE-F9D83F87E92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3719AF8E-A950-4EC1-9227-40DB8B54DA44}" type="pres">
      <dgm:prSet presAssocID="{B3850DF1-D313-4935-8CAE-F9D83F87E923}" presName="spaceRect" presStyleCnt="0"/>
      <dgm:spPr/>
    </dgm:pt>
    <dgm:pt modelId="{AF05A0C7-2C95-49EF-83EB-3B192DA534F1}" type="pres">
      <dgm:prSet presAssocID="{B3850DF1-D313-4935-8CAE-F9D83F87E923}" presName="parTx" presStyleLbl="revTx" presStyleIdx="1" presStyleCnt="4">
        <dgm:presLayoutVars>
          <dgm:chMax val="0"/>
          <dgm:chPref val="0"/>
        </dgm:presLayoutVars>
      </dgm:prSet>
      <dgm:spPr/>
    </dgm:pt>
    <dgm:pt modelId="{B783A8B8-A5A3-47C1-BAFB-60F804B813C6}" type="pres">
      <dgm:prSet presAssocID="{8AE8F605-2848-4A41-BC02-017D9E7646FD}" presName="sibTrans" presStyleCnt="0"/>
      <dgm:spPr/>
    </dgm:pt>
    <dgm:pt modelId="{41855D98-8A07-4E45-B638-FB9EC4E76BAA}" type="pres">
      <dgm:prSet presAssocID="{C8218F88-5B67-4B1F-B3ED-81700BBEDE3B}" presName="compNode" presStyleCnt="0"/>
      <dgm:spPr/>
    </dgm:pt>
    <dgm:pt modelId="{E2C3D830-FA5C-4516-8731-E0F3FB4060B2}" type="pres">
      <dgm:prSet presAssocID="{C8218F88-5B67-4B1F-B3ED-81700BBEDE3B}" presName="bgRect" presStyleLbl="bgShp" presStyleIdx="2" presStyleCnt="4"/>
      <dgm:spPr/>
    </dgm:pt>
    <dgm:pt modelId="{3A6BDC20-D4F9-403E-8327-728FEA33CC1A}" type="pres">
      <dgm:prSet presAssocID="{C8218F88-5B67-4B1F-B3ED-81700BBEDE3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E599AA95-0EF6-46A1-8F26-20852E5CAE63}" type="pres">
      <dgm:prSet presAssocID="{C8218F88-5B67-4B1F-B3ED-81700BBEDE3B}" presName="spaceRect" presStyleCnt="0"/>
      <dgm:spPr/>
    </dgm:pt>
    <dgm:pt modelId="{DDDBEB16-2B62-49D3-BCB9-800474C2A397}" type="pres">
      <dgm:prSet presAssocID="{C8218F88-5B67-4B1F-B3ED-81700BBEDE3B}" presName="parTx" presStyleLbl="revTx" presStyleIdx="2" presStyleCnt="4">
        <dgm:presLayoutVars>
          <dgm:chMax val="0"/>
          <dgm:chPref val="0"/>
        </dgm:presLayoutVars>
      </dgm:prSet>
      <dgm:spPr/>
    </dgm:pt>
    <dgm:pt modelId="{013E464A-0BD6-45AD-A622-F6D02A2A2C6B}" type="pres">
      <dgm:prSet presAssocID="{C7A49419-0C7C-4B8A-9E89-E3CD84C50EF1}" presName="sibTrans" presStyleCnt="0"/>
      <dgm:spPr/>
    </dgm:pt>
    <dgm:pt modelId="{EDB0B9AD-3781-4850-BE21-6356FDAAAAD0}" type="pres">
      <dgm:prSet presAssocID="{CE5E0EA4-1574-4C11-936C-26C5BBF5D639}" presName="compNode" presStyleCnt="0"/>
      <dgm:spPr/>
    </dgm:pt>
    <dgm:pt modelId="{4D8D8187-1F86-4110-B066-B34D4D2965E3}" type="pres">
      <dgm:prSet presAssocID="{CE5E0EA4-1574-4C11-936C-26C5BBF5D639}" presName="bgRect" presStyleLbl="bgShp" presStyleIdx="3" presStyleCnt="4"/>
      <dgm:spPr/>
    </dgm:pt>
    <dgm:pt modelId="{0B0EB5BB-4C3D-45F9-BF52-2700185C1471}" type="pres">
      <dgm:prSet presAssocID="{CE5E0EA4-1574-4C11-936C-26C5BBF5D63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84D0A9B8-6561-4BE2-8536-451C0B7C7103}" type="pres">
      <dgm:prSet presAssocID="{CE5E0EA4-1574-4C11-936C-26C5BBF5D639}" presName="spaceRect" presStyleCnt="0"/>
      <dgm:spPr/>
    </dgm:pt>
    <dgm:pt modelId="{1B59608E-BF1A-4A74-9AB9-DBD0A4FFB8F0}" type="pres">
      <dgm:prSet presAssocID="{CE5E0EA4-1574-4C11-936C-26C5BBF5D63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F9D4302-1940-4B04-AFF7-51594B5472B3}" type="presOf" srcId="{CE5E0EA4-1574-4C11-936C-26C5BBF5D639}" destId="{1B59608E-BF1A-4A74-9AB9-DBD0A4FFB8F0}" srcOrd="0" destOrd="0" presId="urn:microsoft.com/office/officeart/2018/2/layout/IconVerticalSolidList"/>
    <dgm:cxn modelId="{A183961E-62C9-4FCF-87F6-0E9B93C38104}" type="presOf" srcId="{E63F9089-03BC-4AFF-8569-17452C03C391}" destId="{61DBFB9B-9E3F-428D-ABEF-CF49739A50B0}" srcOrd="0" destOrd="0" presId="urn:microsoft.com/office/officeart/2018/2/layout/IconVerticalSolidList"/>
    <dgm:cxn modelId="{6EAD2524-21B7-4231-9D07-C6A791E664CE}" srcId="{E63F9089-03BC-4AFF-8569-17452C03C391}" destId="{70269769-7EB5-4DB9-BA19-AAF77D64FC38}" srcOrd="0" destOrd="0" parTransId="{0CFBB51E-1AA7-4CFD-952E-59D8BB68CBA7}" sibTransId="{E23B5506-9424-4067-B8EE-22EDCE7D897C}"/>
    <dgm:cxn modelId="{F49B022C-1E15-4C9D-914A-02F4909E2FC0}" type="presOf" srcId="{C8218F88-5B67-4B1F-B3ED-81700BBEDE3B}" destId="{DDDBEB16-2B62-49D3-BCB9-800474C2A397}" srcOrd="0" destOrd="0" presId="urn:microsoft.com/office/officeart/2018/2/layout/IconVerticalSolidList"/>
    <dgm:cxn modelId="{0B3A4667-597E-4D12-879E-92C8217E4951}" srcId="{E63F9089-03BC-4AFF-8569-17452C03C391}" destId="{CE5E0EA4-1574-4C11-936C-26C5BBF5D639}" srcOrd="3" destOrd="0" parTransId="{034C722A-965F-45CC-99CB-52090C78648B}" sibTransId="{2A14A3AA-E0DB-4935-AD9F-DA6EDBF65D30}"/>
    <dgm:cxn modelId="{520EE0C9-BCEB-4D0F-81BF-8FD0EAE94237}" type="presOf" srcId="{70269769-7EB5-4DB9-BA19-AAF77D64FC38}" destId="{703EB52A-5C55-4AAC-B32E-45A98C2506E1}" srcOrd="0" destOrd="0" presId="urn:microsoft.com/office/officeart/2018/2/layout/IconVerticalSolidList"/>
    <dgm:cxn modelId="{FFC310D5-11E6-4B93-A141-3E716EC9543A}" srcId="{E63F9089-03BC-4AFF-8569-17452C03C391}" destId="{B3850DF1-D313-4935-8CAE-F9D83F87E923}" srcOrd="1" destOrd="0" parTransId="{C0A4DE10-8522-47C9-854A-65AB11AA81E2}" sibTransId="{8AE8F605-2848-4A41-BC02-017D9E7646FD}"/>
    <dgm:cxn modelId="{9798D5F5-4ADD-46A9-AA07-E2D3A6F2CDF1}" type="presOf" srcId="{B3850DF1-D313-4935-8CAE-F9D83F87E923}" destId="{AF05A0C7-2C95-49EF-83EB-3B192DA534F1}" srcOrd="0" destOrd="0" presId="urn:microsoft.com/office/officeart/2018/2/layout/IconVerticalSolidList"/>
    <dgm:cxn modelId="{3A67C2FD-C5B0-4C6F-8273-88F9CE958391}" srcId="{E63F9089-03BC-4AFF-8569-17452C03C391}" destId="{C8218F88-5B67-4B1F-B3ED-81700BBEDE3B}" srcOrd="2" destOrd="0" parTransId="{3CE033AE-E06C-473C-9944-57DC40488388}" sibTransId="{C7A49419-0C7C-4B8A-9E89-E3CD84C50EF1}"/>
    <dgm:cxn modelId="{B5056F14-DBEF-46C5-A0E9-1794FE47A612}" type="presParOf" srcId="{61DBFB9B-9E3F-428D-ABEF-CF49739A50B0}" destId="{85CDB72F-B15B-4416-99F0-3A0E2B1D538F}" srcOrd="0" destOrd="0" presId="urn:microsoft.com/office/officeart/2018/2/layout/IconVerticalSolidList"/>
    <dgm:cxn modelId="{6B87FCE7-707A-4A22-8880-51AEC140F781}" type="presParOf" srcId="{85CDB72F-B15B-4416-99F0-3A0E2B1D538F}" destId="{0EE862F2-FCB0-4286-B3DD-54DA1BF65ACB}" srcOrd="0" destOrd="0" presId="urn:microsoft.com/office/officeart/2018/2/layout/IconVerticalSolidList"/>
    <dgm:cxn modelId="{5E96A1C0-7E57-48DC-8D55-C721C798E7F6}" type="presParOf" srcId="{85CDB72F-B15B-4416-99F0-3A0E2B1D538F}" destId="{A733D732-CA73-4C2A-B49D-BA12D9C0E279}" srcOrd="1" destOrd="0" presId="urn:microsoft.com/office/officeart/2018/2/layout/IconVerticalSolidList"/>
    <dgm:cxn modelId="{4A05FD93-8F3F-488F-B7F4-BB6B70A22084}" type="presParOf" srcId="{85CDB72F-B15B-4416-99F0-3A0E2B1D538F}" destId="{251E1588-A65F-438E-A2DA-D16A370C1D8B}" srcOrd="2" destOrd="0" presId="urn:microsoft.com/office/officeart/2018/2/layout/IconVerticalSolidList"/>
    <dgm:cxn modelId="{9BC9798E-B1BA-4E9D-A5C9-160EBE085890}" type="presParOf" srcId="{85CDB72F-B15B-4416-99F0-3A0E2B1D538F}" destId="{703EB52A-5C55-4AAC-B32E-45A98C2506E1}" srcOrd="3" destOrd="0" presId="urn:microsoft.com/office/officeart/2018/2/layout/IconVerticalSolidList"/>
    <dgm:cxn modelId="{A21A4CDB-E05C-458B-B434-3586BBBFA9D7}" type="presParOf" srcId="{61DBFB9B-9E3F-428D-ABEF-CF49739A50B0}" destId="{7605F45C-3C5D-4AD1-BD43-7DB3A6572912}" srcOrd="1" destOrd="0" presId="urn:microsoft.com/office/officeart/2018/2/layout/IconVerticalSolidList"/>
    <dgm:cxn modelId="{722605D7-1EBB-4430-BDEA-957477DCC02B}" type="presParOf" srcId="{61DBFB9B-9E3F-428D-ABEF-CF49739A50B0}" destId="{9FB37F5C-3332-427F-B0F9-4E281DF1A9B8}" srcOrd="2" destOrd="0" presId="urn:microsoft.com/office/officeart/2018/2/layout/IconVerticalSolidList"/>
    <dgm:cxn modelId="{61519D9D-23DB-4B5C-94F5-B2E51EF18631}" type="presParOf" srcId="{9FB37F5C-3332-427F-B0F9-4E281DF1A9B8}" destId="{573096AE-0ADA-42CD-9B09-2B0F86DC35B3}" srcOrd="0" destOrd="0" presId="urn:microsoft.com/office/officeart/2018/2/layout/IconVerticalSolidList"/>
    <dgm:cxn modelId="{A0955FE1-5899-4DAC-AAF0-B634A74CB3A7}" type="presParOf" srcId="{9FB37F5C-3332-427F-B0F9-4E281DF1A9B8}" destId="{121F07B1-CED7-45DB-84C9-67B92EF7C205}" srcOrd="1" destOrd="0" presId="urn:microsoft.com/office/officeart/2018/2/layout/IconVerticalSolidList"/>
    <dgm:cxn modelId="{2162BCF5-EE03-43FF-8B29-3013F4A6D638}" type="presParOf" srcId="{9FB37F5C-3332-427F-B0F9-4E281DF1A9B8}" destId="{3719AF8E-A950-4EC1-9227-40DB8B54DA44}" srcOrd="2" destOrd="0" presId="urn:microsoft.com/office/officeart/2018/2/layout/IconVerticalSolidList"/>
    <dgm:cxn modelId="{1E7958B8-91B1-4347-A50B-0380F50B6ED0}" type="presParOf" srcId="{9FB37F5C-3332-427F-B0F9-4E281DF1A9B8}" destId="{AF05A0C7-2C95-49EF-83EB-3B192DA534F1}" srcOrd="3" destOrd="0" presId="urn:microsoft.com/office/officeart/2018/2/layout/IconVerticalSolidList"/>
    <dgm:cxn modelId="{9323CCF6-8D71-4E19-BD3E-004EE20FF7F8}" type="presParOf" srcId="{61DBFB9B-9E3F-428D-ABEF-CF49739A50B0}" destId="{B783A8B8-A5A3-47C1-BAFB-60F804B813C6}" srcOrd="3" destOrd="0" presId="urn:microsoft.com/office/officeart/2018/2/layout/IconVerticalSolidList"/>
    <dgm:cxn modelId="{A0797A50-26FC-41B2-B6CA-5E45FD05F6CC}" type="presParOf" srcId="{61DBFB9B-9E3F-428D-ABEF-CF49739A50B0}" destId="{41855D98-8A07-4E45-B638-FB9EC4E76BAA}" srcOrd="4" destOrd="0" presId="urn:microsoft.com/office/officeart/2018/2/layout/IconVerticalSolidList"/>
    <dgm:cxn modelId="{855DBC77-53AD-41F3-BD1A-E552B1B56A83}" type="presParOf" srcId="{41855D98-8A07-4E45-B638-FB9EC4E76BAA}" destId="{E2C3D830-FA5C-4516-8731-E0F3FB4060B2}" srcOrd="0" destOrd="0" presId="urn:microsoft.com/office/officeart/2018/2/layout/IconVerticalSolidList"/>
    <dgm:cxn modelId="{8E359D6D-6DCC-4100-864D-44F3FB6B3447}" type="presParOf" srcId="{41855D98-8A07-4E45-B638-FB9EC4E76BAA}" destId="{3A6BDC20-D4F9-403E-8327-728FEA33CC1A}" srcOrd="1" destOrd="0" presId="urn:microsoft.com/office/officeart/2018/2/layout/IconVerticalSolidList"/>
    <dgm:cxn modelId="{69BF38C3-3D4C-4944-9A54-771635BE13D0}" type="presParOf" srcId="{41855D98-8A07-4E45-B638-FB9EC4E76BAA}" destId="{E599AA95-0EF6-46A1-8F26-20852E5CAE63}" srcOrd="2" destOrd="0" presId="urn:microsoft.com/office/officeart/2018/2/layout/IconVerticalSolidList"/>
    <dgm:cxn modelId="{F7CC37C9-59AE-478E-90B3-DB96F5A7DC6E}" type="presParOf" srcId="{41855D98-8A07-4E45-B638-FB9EC4E76BAA}" destId="{DDDBEB16-2B62-49D3-BCB9-800474C2A397}" srcOrd="3" destOrd="0" presId="urn:microsoft.com/office/officeart/2018/2/layout/IconVerticalSolidList"/>
    <dgm:cxn modelId="{15E49A8B-4F97-43BF-A30D-81ECBF69A880}" type="presParOf" srcId="{61DBFB9B-9E3F-428D-ABEF-CF49739A50B0}" destId="{013E464A-0BD6-45AD-A622-F6D02A2A2C6B}" srcOrd="5" destOrd="0" presId="urn:microsoft.com/office/officeart/2018/2/layout/IconVerticalSolidList"/>
    <dgm:cxn modelId="{0A125CF0-4022-4DCC-BA3E-6AFFE8DE76D5}" type="presParOf" srcId="{61DBFB9B-9E3F-428D-ABEF-CF49739A50B0}" destId="{EDB0B9AD-3781-4850-BE21-6356FDAAAAD0}" srcOrd="6" destOrd="0" presId="urn:microsoft.com/office/officeart/2018/2/layout/IconVerticalSolidList"/>
    <dgm:cxn modelId="{733E76D9-6AF5-4730-82FA-777C00A8D8C7}" type="presParOf" srcId="{EDB0B9AD-3781-4850-BE21-6356FDAAAAD0}" destId="{4D8D8187-1F86-4110-B066-B34D4D2965E3}" srcOrd="0" destOrd="0" presId="urn:microsoft.com/office/officeart/2018/2/layout/IconVerticalSolidList"/>
    <dgm:cxn modelId="{7D695256-FC1D-474F-A870-42FE6760AE22}" type="presParOf" srcId="{EDB0B9AD-3781-4850-BE21-6356FDAAAAD0}" destId="{0B0EB5BB-4C3D-45F9-BF52-2700185C1471}" srcOrd="1" destOrd="0" presId="urn:microsoft.com/office/officeart/2018/2/layout/IconVerticalSolidList"/>
    <dgm:cxn modelId="{D6AC2963-0CCE-4815-95EB-EA7DFFAC37E9}" type="presParOf" srcId="{EDB0B9AD-3781-4850-BE21-6356FDAAAAD0}" destId="{84D0A9B8-6561-4BE2-8536-451C0B7C7103}" srcOrd="2" destOrd="0" presId="urn:microsoft.com/office/officeart/2018/2/layout/IconVerticalSolidList"/>
    <dgm:cxn modelId="{EB47F795-AD5F-4DB0-BAB3-EEB0C238B4CB}" type="presParOf" srcId="{EDB0B9AD-3781-4850-BE21-6356FDAAAAD0}" destId="{1B59608E-BF1A-4A74-9AB9-DBD0A4FFB8F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BCCE847-529B-4343-B4CC-E813A6E9346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9C064CD3-AC8C-4E02-AD6C-FB7977BDB7C9}">
      <dgm:prSet/>
      <dgm:spPr/>
      <dgm:t>
        <a:bodyPr/>
        <a:lstStyle/>
        <a:p>
          <a:pPr>
            <a:defRPr cap="all"/>
          </a:pPr>
          <a:r>
            <a:rPr lang="en-US"/>
            <a:t>• El video será grabado con este guion.</a:t>
          </a:r>
        </a:p>
      </dgm:t>
    </dgm:pt>
    <dgm:pt modelId="{C32B5BEA-FEF1-4998-91BA-94EB2A037FA7}" type="parTrans" cxnId="{D02E4A82-ED41-43CA-BF6E-52A02B706DF7}">
      <dgm:prSet/>
      <dgm:spPr/>
      <dgm:t>
        <a:bodyPr/>
        <a:lstStyle/>
        <a:p>
          <a:endParaRPr lang="en-US"/>
        </a:p>
      </dgm:t>
    </dgm:pt>
    <dgm:pt modelId="{28D33753-CB71-4D43-9180-1859DA060874}" type="sibTrans" cxnId="{D02E4A82-ED41-43CA-BF6E-52A02B706DF7}">
      <dgm:prSet/>
      <dgm:spPr/>
      <dgm:t>
        <a:bodyPr/>
        <a:lstStyle/>
        <a:p>
          <a:endParaRPr lang="en-US"/>
        </a:p>
      </dgm:t>
    </dgm:pt>
    <dgm:pt modelId="{76214325-D887-4259-8EFA-4179AFC6FA52}">
      <dgm:prSet/>
      <dgm:spPr/>
      <dgm:t>
        <a:bodyPr/>
        <a:lstStyle/>
        <a:p>
          <a:pPr>
            <a:defRPr cap="all"/>
          </a:pPr>
          <a:r>
            <a:rPr lang="en-US"/>
            <a:t>• Teleprompter incluido.</a:t>
          </a:r>
        </a:p>
      </dgm:t>
    </dgm:pt>
    <dgm:pt modelId="{15A29BFD-1147-4F55-AFAC-C0677AECD8BE}" type="parTrans" cxnId="{3C74D282-F5EF-4822-BD14-266091B0519A}">
      <dgm:prSet/>
      <dgm:spPr/>
      <dgm:t>
        <a:bodyPr/>
        <a:lstStyle/>
        <a:p>
          <a:endParaRPr lang="en-US"/>
        </a:p>
      </dgm:t>
    </dgm:pt>
    <dgm:pt modelId="{BBB739BC-D264-4CDE-9B29-27712F1E62D8}" type="sibTrans" cxnId="{3C74D282-F5EF-4822-BD14-266091B0519A}">
      <dgm:prSet/>
      <dgm:spPr/>
      <dgm:t>
        <a:bodyPr/>
        <a:lstStyle/>
        <a:p>
          <a:endParaRPr lang="en-US"/>
        </a:p>
      </dgm:t>
    </dgm:pt>
    <dgm:pt modelId="{011CAE9F-0B6A-4E25-8269-7C1FEDE72DEB}">
      <dgm:prSet/>
      <dgm:spPr/>
      <dgm:t>
        <a:bodyPr/>
        <a:lstStyle/>
        <a:p>
          <a:pPr>
            <a:defRPr cap="all"/>
          </a:pPr>
          <a:r>
            <a:rPr lang="en-US"/>
            <a:t>• Link a YouTube será actualizado.</a:t>
          </a:r>
        </a:p>
      </dgm:t>
    </dgm:pt>
    <dgm:pt modelId="{BA536DBC-A5E7-491A-9EA7-7925B2E2AD1B}" type="parTrans" cxnId="{22382E40-F6ED-45DF-BFC6-115E030A4ABA}">
      <dgm:prSet/>
      <dgm:spPr/>
      <dgm:t>
        <a:bodyPr/>
        <a:lstStyle/>
        <a:p>
          <a:endParaRPr lang="en-US"/>
        </a:p>
      </dgm:t>
    </dgm:pt>
    <dgm:pt modelId="{9E4680F3-E111-4346-9323-17861F2EC03D}" type="sibTrans" cxnId="{22382E40-F6ED-45DF-BFC6-115E030A4ABA}">
      <dgm:prSet/>
      <dgm:spPr/>
      <dgm:t>
        <a:bodyPr/>
        <a:lstStyle/>
        <a:p>
          <a:endParaRPr lang="en-US"/>
        </a:p>
      </dgm:t>
    </dgm:pt>
    <dgm:pt modelId="{6543EF79-DF80-4D30-9EDD-B80D91BB82C5}" type="pres">
      <dgm:prSet presAssocID="{FBCCE847-529B-4343-B4CC-E813A6E93466}" presName="root" presStyleCnt="0">
        <dgm:presLayoutVars>
          <dgm:dir/>
          <dgm:resizeHandles val="exact"/>
        </dgm:presLayoutVars>
      </dgm:prSet>
      <dgm:spPr/>
    </dgm:pt>
    <dgm:pt modelId="{AF350E7C-E912-4557-9DC4-6A777E3789B9}" type="pres">
      <dgm:prSet presAssocID="{9C064CD3-AC8C-4E02-AD6C-FB7977BDB7C9}" presName="compNode" presStyleCnt="0"/>
      <dgm:spPr/>
    </dgm:pt>
    <dgm:pt modelId="{8CE7D367-140D-42F2-86D1-B3B42357B2FA}" type="pres">
      <dgm:prSet presAssocID="{9C064CD3-AC8C-4E02-AD6C-FB7977BDB7C9}" presName="iconBgRect" presStyleLbl="bgShp" presStyleIdx="0" presStyleCnt="3"/>
      <dgm:spPr/>
    </dgm:pt>
    <dgm:pt modelId="{1A2E2A46-A3EA-40EB-AA3D-CFB17AFC763E}" type="pres">
      <dgm:prSet presAssocID="{9C064CD3-AC8C-4E02-AD6C-FB7977BDB7C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531E8C96-D182-47E7-ABD1-BA55EE225BB0}" type="pres">
      <dgm:prSet presAssocID="{9C064CD3-AC8C-4E02-AD6C-FB7977BDB7C9}" presName="spaceRect" presStyleCnt="0"/>
      <dgm:spPr/>
    </dgm:pt>
    <dgm:pt modelId="{81313D95-147A-491F-AFCF-B9FB037009BF}" type="pres">
      <dgm:prSet presAssocID="{9C064CD3-AC8C-4E02-AD6C-FB7977BDB7C9}" presName="textRect" presStyleLbl="revTx" presStyleIdx="0" presStyleCnt="3">
        <dgm:presLayoutVars>
          <dgm:chMax val="1"/>
          <dgm:chPref val="1"/>
        </dgm:presLayoutVars>
      </dgm:prSet>
      <dgm:spPr/>
    </dgm:pt>
    <dgm:pt modelId="{9BD79D56-8F84-4F22-BD9E-1C84CD98C3E5}" type="pres">
      <dgm:prSet presAssocID="{28D33753-CB71-4D43-9180-1859DA060874}" presName="sibTrans" presStyleCnt="0"/>
      <dgm:spPr/>
    </dgm:pt>
    <dgm:pt modelId="{B28FC1BA-0C5E-4228-A5B8-60309CD41040}" type="pres">
      <dgm:prSet presAssocID="{76214325-D887-4259-8EFA-4179AFC6FA52}" presName="compNode" presStyleCnt="0"/>
      <dgm:spPr/>
    </dgm:pt>
    <dgm:pt modelId="{9408329B-FFD4-4343-8651-399AEDC19C24}" type="pres">
      <dgm:prSet presAssocID="{76214325-D887-4259-8EFA-4179AFC6FA52}" presName="iconBgRect" presStyleLbl="bgShp" presStyleIdx="1" presStyleCnt="3"/>
      <dgm:spPr/>
    </dgm:pt>
    <dgm:pt modelId="{278F2013-1293-4434-8DE5-F0FF53CC7FBA}" type="pres">
      <dgm:prSet presAssocID="{76214325-D887-4259-8EFA-4179AFC6FA5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51CB10C1-D8BE-426E-A663-3608FD3C9F50}" type="pres">
      <dgm:prSet presAssocID="{76214325-D887-4259-8EFA-4179AFC6FA52}" presName="spaceRect" presStyleCnt="0"/>
      <dgm:spPr/>
    </dgm:pt>
    <dgm:pt modelId="{A97B5E68-EBFA-450E-B409-C7A5B8718BE0}" type="pres">
      <dgm:prSet presAssocID="{76214325-D887-4259-8EFA-4179AFC6FA52}" presName="textRect" presStyleLbl="revTx" presStyleIdx="1" presStyleCnt="3">
        <dgm:presLayoutVars>
          <dgm:chMax val="1"/>
          <dgm:chPref val="1"/>
        </dgm:presLayoutVars>
      </dgm:prSet>
      <dgm:spPr/>
    </dgm:pt>
    <dgm:pt modelId="{32638A87-9C33-4C21-A0B9-8D27DF89F489}" type="pres">
      <dgm:prSet presAssocID="{BBB739BC-D264-4CDE-9B29-27712F1E62D8}" presName="sibTrans" presStyleCnt="0"/>
      <dgm:spPr/>
    </dgm:pt>
    <dgm:pt modelId="{D764840B-BA09-48ED-B2FF-9CFADF93C55D}" type="pres">
      <dgm:prSet presAssocID="{011CAE9F-0B6A-4E25-8269-7C1FEDE72DEB}" presName="compNode" presStyleCnt="0"/>
      <dgm:spPr/>
    </dgm:pt>
    <dgm:pt modelId="{7B1850A1-0620-41F5-BA81-079F86616B17}" type="pres">
      <dgm:prSet presAssocID="{011CAE9F-0B6A-4E25-8269-7C1FEDE72DEB}" presName="iconBgRect" presStyleLbl="bgShp" presStyleIdx="2" presStyleCnt="3"/>
      <dgm:spPr/>
    </dgm:pt>
    <dgm:pt modelId="{1E32F10D-25DD-4862-A3AE-FAFD872A0412}" type="pres">
      <dgm:prSet presAssocID="{011CAE9F-0B6A-4E25-8269-7C1FEDE72DE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2D7D146D-A5A8-4BDC-B3CF-C8EAE2626738}" type="pres">
      <dgm:prSet presAssocID="{011CAE9F-0B6A-4E25-8269-7C1FEDE72DEB}" presName="spaceRect" presStyleCnt="0"/>
      <dgm:spPr/>
    </dgm:pt>
    <dgm:pt modelId="{33F1C340-C821-4F18-909F-F7092B0939AE}" type="pres">
      <dgm:prSet presAssocID="{011CAE9F-0B6A-4E25-8269-7C1FEDE72DE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2CC3701-6932-4483-995F-CFF9A683E061}" type="presOf" srcId="{76214325-D887-4259-8EFA-4179AFC6FA52}" destId="{A97B5E68-EBFA-450E-B409-C7A5B8718BE0}" srcOrd="0" destOrd="0" presId="urn:microsoft.com/office/officeart/2018/5/layout/IconCircleLabelList"/>
    <dgm:cxn modelId="{BF4DE814-385A-4D5E-9E18-6B644FDC6A87}" type="presOf" srcId="{011CAE9F-0B6A-4E25-8269-7C1FEDE72DEB}" destId="{33F1C340-C821-4F18-909F-F7092B0939AE}" srcOrd="0" destOrd="0" presId="urn:microsoft.com/office/officeart/2018/5/layout/IconCircleLabelList"/>
    <dgm:cxn modelId="{22382E40-F6ED-45DF-BFC6-115E030A4ABA}" srcId="{FBCCE847-529B-4343-B4CC-E813A6E93466}" destId="{011CAE9F-0B6A-4E25-8269-7C1FEDE72DEB}" srcOrd="2" destOrd="0" parTransId="{BA536DBC-A5E7-491A-9EA7-7925B2E2AD1B}" sibTransId="{9E4680F3-E111-4346-9323-17861F2EC03D}"/>
    <dgm:cxn modelId="{D02E4A82-ED41-43CA-BF6E-52A02B706DF7}" srcId="{FBCCE847-529B-4343-B4CC-E813A6E93466}" destId="{9C064CD3-AC8C-4E02-AD6C-FB7977BDB7C9}" srcOrd="0" destOrd="0" parTransId="{C32B5BEA-FEF1-4998-91BA-94EB2A037FA7}" sibTransId="{28D33753-CB71-4D43-9180-1859DA060874}"/>
    <dgm:cxn modelId="{3C74D282-F5EF-4822-BD14-266091B0519A}" srcId="{FBCCE847-529B-4343-B4CC-E813A6E93466}" destId="{76214325-D887-4259-8EFA-4179AFC6FA52}" srcOrd="1" destOrd="0" parTransId="{15A29BFD-1147-4F55-AFAC-C0677AECD8BE}" sibTransId="{BBB739BC-D264-4CDE-9B29-27712F1E62D8}"/>
    <dgm:cxn modelId="{406A7690-9000-4D63-A513-D4273A75F81D}" type="presOf" srcId="{FBCCE847-529B-4343-B4CC-E813A6E93466}" destId="{6543EF79-DF80-4D30-9EDD-B80D91BB82C5}" srcOrd="0" destOrd="0" presId="urn:microsoft.com/office/officeart/2018/5/layout/IconCircleLabelList"/>
    <dgm:cxn modelId="{C81903F3-81D2-4984-B4D6-3682AA45B984}" type="presOf" srcId="{9C064CD3-AC8C-4E02-AD6C-FB7977BDB7C9}" destId="{81313D95-147A-491F-AFCF-B9FB037009BF}" srcOrd="0" destOrd="0" presId="urn:microsoft.com/office/officeart/2018/5/layout/IconCircleLabelList"/>
    <dgm:cxn modelId="{6F5EBB5E-D760-433B-B7DE-BA17D23D4C04}" type="presParOf" srcId="{6543EF79-DF80-4D30-9EDD-B80D91BB82C5}" destId="{AF350E7C-E912-4557-9DC4-6A777E3789B9}" srcOrd="0" destOrd="0" presId="urn:microsoft.com/office/officeart/2018/5/layout/IconCircleLabelList"/>
    <dgm:cxn modelId="{5E0740BB-3012-4F4A-B1DC-D60FCFA287AB}" type="presParOf" srcId="{AF350E7C-E912-4557-9DC4-6A777E3789B9}" destId="{8CE7D367-140D-42F2-86D1-B3B42357B2FA}" srcOrd="0" destOrd="0" presId="urn:microsoft.com/office/officeart/2018/5/layout/IconCircleLabelList"/>
    <dgm:cxn modelId="{070B68B6-2E07-42C4-94F9-698447E3C89F}" type="presParOf" srcId="{AF350E7C-E912-4557-9DC4-6A777E3789B9}" destId="{1A2E2A46-A3EA-40EB-AA3D-CFB17AFC763E}" srcOrd="1" destOrd="0" presId="urn:microsoft.com/office/officeart/2018/5/layout/IconCircleLabelList"/>
    <dgm:cxn modelId="{670EA222-F6F5-46DF-9428-C3A48878F29C}" type="presParOf" srcId="{AF350E7C-E912-4557-9DC4-6A777E3789B9}" destId="{531E8C96-D182-47E7-ABD1-BA55EE225BB0}" srcOrd="2" destOrd="0" presId="urn:microsoft.com/office/officeart/2018/5/layout/IconCircleLabelList"/>
    <dgm:cxn modelId="{D7396D1E-1513-4682-BACC-329678A8921F}" type="presParOf" srcId="{AF350E7C-E912-4557-9DC4-6A777E3789B9}" destId="{81313D95-147A-491F-AFCF-B9FB037009BF}" srcOrd="3" destOrd="0" presId="urn:microsoft.com/office/officeart/2018/5/layout/IconCircleLabelList"/>
    <dgm:cxn modelId="{DA142813-77E9-4395-9FF6-1719009810D6}" type="presParOf" srcId="{6543EF79-DF80-4D30-9EDD-B80D91BB82C5}" destId="{9BD79D56-8F84-4F22-BD9E-1C84CD98C3E5}" srcOrd="1" destOrd="0" presId="urn:microsoft.com/office/officeart/2018/5/layout/IconCircleLabelList"/>
    <dgm:cxn modelId="{63F0D0C0-144A-4865-AC71-B7C3AC154D12}" type="presParOf" srcId="{6543EF79-DF80-4D30-9EDD-B80D91BB82C5}" destId="{B28FC1BA-0C5E-4228-A5B8-60309CD41040}" srcOrd="2" destOrd="0" presId="urn:microsoft.com/office/officeart/2018/5/layout/IconCircleLabelList"/>
    <dgm:cxn modelId="{635FE5D0-4A30-4B98-9047-8B7D2578DD25}" type="presParOf" srcId="{B28FC1BA-0C5E-4228-A5B8-60309CD41040}" destId="{9408329B-FFD4-4343-8651-399AEDC19C24}" srcOrd="0" destOrd="0" presId="urn:microsoft.com/office/officeart/2018/5/layout/IconCircleLabelList"/>
    <dgm:cxn modelId="{8983A3B9-C8BC-4C30-A322-AFC8D8840D50}" type="presParOf" srcId="{B28FC1BA-0C5E-4228-A5B8-60309CD41040}" destId="{278F2013-1293-4434-8DE5-F0FF53CC7FBA}" srcOrd="1" destOrd="0" presId="urn:microsoft.com/office/officeart/2018/5/layout/IconCircleLabelList"/>
    <dgm:cxn modelId="{B9CD3541-E5EC-48FD-B031-7AD4146F513F}" type="presParOf" srcId="{B28FC1BA-0C5E-4228-A5B8-60309CD41040}" destId="{51CB10C1-D8BE-426E-A663-3608FD3C9F50}" srcOrd="2" destOrd="0" presId="urn:microsoft.com/office/officeart/2018/5/layout/IconCircleLabelList"/>
    <dgm:cxn modelId="{079F5BBB-4647-415E-B319-65BBB7C49EF5}" type="presParOf" srcId="{B28FC1BA-0C5E-4228-A5B8-60309CD41040}" destId="{A97B5E68-EBFA-450E-B409-C7A5B8718BE0}" srcOrd="3" destOrd="0" presId="urn:microsoft.com/office/officeart/2018/5/layout/IconCircleLabelList"/>
    <dgm:cxn modelId="{64362F04-68ED-42EF-BE6F-B1100D10EDAD}" type="presParOf" srcId="{6543EF79-DF80-4D30-9EDD-B80D91BB82C5}" destId="{32638A87-9C33-4C21-A0B9-8D27DF89F489}" srcOrd="3" destOrd="0" presId="urn:microsoft.com/office/officeart/2018/5/layout/IconCircleLabelList"/>
    <dgm:cxn modelId="{D700A1FC-EAC8-41FD-B6EB-FC42C505662D}" type="presParOf" srcId="{6543EF79-DF80-4D30-9EDD-B80D91BB82C5}" destId="{D764840B-BA09-48ED-B2FF-9CFADF93C55D}" srcOrd="4" destOrd="0" presId="urn:microsoft.com/office/officeart/2018/5/layout/IconCircleLabelList"/>
    <dgm:cxn modelId="{F00E8D5E-4E0D-425F-88C8-FE4828D094E7}" type="presParOf" srcId="{D764840B-BA09-48ED-B2FF-9CFADF93C55D}" destId="{7B1850A1-0620-41F5-BA81-079F86616B17}" srcOrd="0" destOrd="0" presId="urn:microsoft.com/office/officeart/2018/5/layout/IconCircleLabelList"/>
    <dgm:cxn modelId="{FA72E995-4035-4640-9637-A22D556CF57B}" type="presParOf" srcId="{D764840B-BA09-48ED-B2FF-9CFADF93C55D}" destId="{1E32F10D-25DD-4862-A3AE-FAFD872A0412}" srcOrd="1" destOrd="0" presId="urn:microsoft.com/office/officeart/2018/5/layout/IconCircleLabelList"/>
    <dgm:cxn modelId="{D36D3263-06EB-4548-9682-DE4E4A173E86}" type="presParOf" srcId="{D764840B-BA09-48ED-B2FF-9CFADF93C55D}" destId="{2D7D146D-A5A8-4BDC-B3CF-C8EAE2626738}" srcOrd="2" destOrd="0" presId="urn:microsoft.com/office/officeart/2018/5/layout/IconCircleLabelList"/>
    <dgm:cxn modelId="{6CD34C37-5BE3-4628-9A33-1364969D3006}" type="presParOf" srcId="{D764840B-BA09-48ED-B2FF-9CFADF93C55D}" destId="{33F1C340-C821-4F18-909F-F7092B0939A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373275-AF69-4000-9D3F-BF21AECD228D}">
      <dsp:nvSpPr>
        <dsp:cNvPr id="0" name=""/>
        <dsp:cNvSpPr/>
      </dsp:nvSpPr>
      <dsp:spPr>
        <a:xfrm>
          <a:off x="0" y="23066"/>
          <a:ext cx="4988440" cy="170469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Predicción de resultados deportivos mediante modelos secuenciales</a:t>
          </a:r>
        </a:p>
      </dsp:txBody>
      <dsp:txXfrm>
        <a:off x="83216" y="106282"/>
        <a:ext cx="4822008" cy="1538258"/>
      </dsp:txXfrm>
    </dsp:sp>
    <dsp:sp modelId="{034FA569-CD13-45E5-B3B7-1427DA5CF57E}">
      <dsp:nvSpPr>
        <dsp:cNvPr id="0" name=""/>
        <dsp:cNvSpPr/>
      </dsp:nvSpPr>
      <dsp:spPr>
        <a:xfrm>
          <a:off x="0" y="1817036"/>
          <a:ext cx="4988440" cy="170469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José Alfredo Martínez Valdés</a:t>
          </a:r>
        </a:p>
      </dsp:txBody>
      <dsp:txXfrm>
        <a:off x="83216" y="1900252"/>
        <a:ext cx="4822008" cy="1538258"/>
      </dsp:txXfrm>
    </dsp:sp>
    <dsp:sp modelId="{92C3E23D-5BCD-475A-BC66-A7A909FFCFCE}">
      <dsp:nvSpPr>
        <dsp:cNvPr id="0" name=""/>
        <dsp:cNvSpPr/>
      </dsp:nvSpPr>
      <dsp:spPr>
        <a:xfrm>
          <a:off x="0" y="3611007"/>
          <a:ext cx="4988440" cy="170469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Universidad de Antioquia – 2025-II</a:t>
          </a:r>
        </a:p>
      </dsp:txBody>
      <dsp:txXfrm>
        <a:off x="83216" y="3694223"/>
        <a:ext cx="4822008" cy="15382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DFD584-5233-485F-ACEA-8B775B256D13}">
      <dsp:nvSpPr>
        <dsp:cNvPr id="0" name=""/>
        <dsp:cNvSpPr/>
      </dsp:nvSpPr>
      <dsp:spPr>
        <a:xfrm>
          <a:off x="0" y="236862"/>
          <a:ext cx="4988440" cy="11536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• Predicción de resultados deportivos.</a:t>
          </a:r>
        </a:p>
      </dsp:txBody>
      <dsp:txXfrm>
        <a:off x="56315" y="293177"/>
        <a:ext cx="4875810" cy="1040990"/>
      </dsp:txXfrm>
    </dsp:sp>
    <dsp:sp modelId="{481BBE8E-158A-433C-AF8F-DC7BF3CD02AA}">
      <dsp:nvSpPr>
        <dsp:cNvPr id="0" name=""/>
        <dsp:cNvSpPr/>
      </dsp:nvSpPr>
      <dsp:spPr>
        <a:xfrm>
          <a:off x="0" y="1474002"/>
          <a:ext cx="4988440" cy="1153620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• Uso de modelos secuenciales (LSTM, Transformer).</a:t>
          </a:r>
        </a:p>
      </dsp:txBody>
      <dsp:txXfrm>
        <a:off x="56315" y="1530317"/>
        <a:ext cx="4875810" cy="1040990"/>
      </dsp:txXfrm>
    </dsp:sp>
    <dsp:sp modelId="{614352AD-29A6-4597-8464-AC54D9611F90}">
      <dsp:nvSpPr>
        <dsp:cNvPr id="0" name=""/>
        <dsp:cNvSpPr/>
      </dsp:nvSpPr>
      <dsp:spPr>
        <a:xfrm>
          <a:off x="0" y="2711142"/>
          <a:ext cx="4988440" cy="1153620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• Construcción de pipeline completo.</a:t>
          </a:r>
        </a:p>
      </dsp:txBody>
      <dsp:txXfrm>
        <a:off x="56315" y="2767457"/>
        <a:ext cx="4875810" cy="1040990"/>
      </dsp:txXfrm>
    </dsp:sp>
    <dsp:sp modelId="{12C207F7-71F9-4160-B30A-F3C7B5C5BC19}">
      <dsp:nvSpPr>
        <dsp:cNvPr id="0" name=""/>
        <dsp:cNvSpPr/>
      </dsp:nvSpPr>
      <dsp:spPr>
        <a:xfrm>
          <a:off x="0" y="3948282"/>
          <a:ext cx="4988440" cy="115362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• Evaluación comparativa.</a:t>
          </a:r>
        </a:p>
      </dsp:txBody>
      <dsp:txXfrm>
        <a:off x="56315" y="4004597"/>
        <a:ext cx="4875810" cy="10409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2D30C1-6094-4034-AF5F-004C026E9485}">
      <dsp:nvSpPr>
        <dsp:cNvPr id="0" name=""/>
        <dsp:cNvSpPr/>
      </dsp:nvSpPr>
      <dsp:spPr>
        <a:xfrm>
          <a:off x="0" y="453042"/>
          <a:ext cx="4988440" cy="6715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01 Exploración de datos.</a:t>
          </a:r>
        </a:p>
      </dsp:txBody>
      <dsp:txXfrm>
        <a:off x="32784" y="485826"/>
        <a:ext cx="4922872" cy="606012"/>
      </dsp:txXfrm>
    </dsp:sp>
    <dsp:sp modelId="{948A9D21-0598-4767-A78F-E827140B89C6}">
      <dsp:nvSpPr>
        <dsp:cNvPr id="0" name=""/>
        <dsp:cNvSpPr/>
      </dsp:nvSpPr>
      <dsp:spPr>
        <a:xfrm>
          <a:off x="0" y="1205262"/>
          <a:ext cx="4988440" cy="671580"/>
        </a:xfrm>
        <a:prstGeom prst="roundRect">
          <a:avLst/>
        </a:prstGeom>
        <a:solidFill>
          <a:schemeClr val="accent5">
            <a:hueOff val="-1986775"/>
            <a:satOff val="7962"/>
            <a:lumOff val="172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02 Preprocesamiento.</a:t>
          </a:r>
        </a:p>
      </dsp:txBody>
      <dsp:txXfrm>
        <a:off x="32784" y="1238046"/>
        <a:ext cx="4922872" cy="606012"/>
      </dsp:txXfrm>
    </dsp:sp>
    <dsp:sp modelId="{E2B5F00B-32C4-427B-96E5-C8B51EC0BAFB}">
      <dsp:nvSpPr>
        <dsp:cNvPr id="0" name=""/>
        <dsp:cNvSpPr/>
      </dsp:nvSpPr>
      <dsp:spPr>
        <a:xfrm>
          <a:off x="0" y="1957482"/>
          <a:ext cx="4988440" cy="671580"/>
        </a:xfrm>
        <a:prstGeom prst="roundRect">
          <a:avLst/>
        </a:prstGeom>
        <a:solidFill>
          <a:schemeClr val="accent5">
            <a:hueOff val="-3973551"/>
            <a:satOff val="15924"/>
            <a:lumOff val="345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03 Baseline.</a:t>
          </a:r>
        </a:p>
      </dsp:txBody>
      <dsp:txXfrm>
        <a:off x="32784" y="1990266"/>
        <a:ext cx="4922872" cy="606012"/>
      </dsp:txXfrm>
    </dsp:sp>
    <dsp:sp modelId="{37C234C0-61C3-4A85-A1FE-3A8C50C2CEE3}">
      <dsp:nvSpPr>
        <dsp:cNvPr id="0" name=""/>
        <dsp:cNvSpPr/>
      </dsp:nvSpPr>
      <dsp:spPr>
        <a:xfrm>
          <a:off x="0" y="2709702"/>
          <a:ext cx="4988440" cy="671580"/>
        </a:xfrm>
        <a:prstGeom prst="roundRect">
          <a:avLst/>
        </a:prstGeom>
        <a:solidFill>
          <a:schemeClr val="accent5">
            <a:hueOff val="-5960326"/>
            <a:satOff val="23887"/>
            <a:lumOff val="5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04 LSTM.</a:t>
          </a:r>
        </a:p>
      </dsp:txBody>
      <dsp:txXfrm>
        <a:off x="32784" y="2742486"/>
        <a:ext cx="4922872" cy="606012"/>
      </dsp:txXfrm>
    </dsp:sp>
    <dsp:sp modelId="{0167D292-2380-48A8-9594-5EFEF6912924}">
      <dsp:nvSpPr>
        <dsp:cNvPr id="0" name=""/>
        <dsp:cNvSpPr/>
      </dsp:nvSpPr>
      <dsp:spPr>
        <a:xfrm>
          <a:off x="0" y="3461922"/>
          <a:ext cx="4988440" cy="671580"/>
        </a:xfrm>
        <a:prstGeom prst="roundRect">
          <a:avLst/>
        </a:prstGeom>
        <a:solidFill>
          <a:schemeClr val="accent5">
            <a:hueOff val="-7947101"/>
            <a:satOff val="31849"/>
            <a:lumOff val="69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05 Transformer.</a:t>
          </a:r>
        </a:p>
      </dsp:txBody>
      <dsp:txXfrm>
        <a:off x="32784" y="3494706"/>
        <a:ext cx="4922872" cy="606012"/>
      </dsp:txXfrm>
    </dsp:sp>
    <dsp:sp modelId="{4CD399D8-7DDA-42E3-93B6-9A8AAE62B0F0}">
      <dsp:nvSpPr>
        <dsp:cNvPr id="0" name=""/>
        <dsp:cNvSpPr/>
      </dsp:nvSpPr>
      <dsp:spPr>
        <a:xfrm>
          <a:off x="0" y="4214142"/>
          <a:ext cx="4988440" cy="67158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06 Iteraciones experimentales.</a:t>
          </a:r>
        </a:p>
      </dsp:txBody>
      <dsp:txXfrm>
        <a:off x="32784" y="4246926"/>
        <a:ext cx="4922872" cy="6060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67B50C-F4CC-414D-8E2C-596DCDFE97A5}">
      <dsp:nvSpPr>
        <dsp:cNvPr id="0" name=""/>
        <dsp:cNvSpPr/>
      </dsp:nvSpPr>
      <dsp:spPr>
        <a:xfrm>
          <a:off x="0" y="72502"/>
          <a:ext cx="4988440" cy="12314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1. Exploración de datos.</a:t>
          </a:r>
        </a:p>
      </dsp:txBody>
      <dsp:txXfrm>
        <a:off x="60116" y="132618"/>
        <a:ext cx="4868208" cy="1111247"/>
      </dsp:txXfrm>
    </dsp:sp>
    <dsp:sp modelId="{6792F7FE-C01E-4BA6-B21E-BC291F15E202}">
      <dsp:nvSpPr>
        <dsp:cNvPr id="0" name=""/>
        <dsp:cNvSpPr/>
      </dsp:nvSpPr>
      <dsp:spPr>
        <a:xfrm>
          <a:off x="0" y="1393262"/>
          <a:ext cx="4988440" cy="1231479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2. Preprocesado y construcción de secuencias.</a:t>
          </a:r>
        </a:p>
      </dsp:txBody>
      <dsp:txXfrm>
        <a:off x="60116" y="1453378"/>
        <a:ext cx="4868208" cy="1111247"/>
      </dsp:txXfrm>
    </dsp:sp>
    <dsp:sp modelId="{10396355-FBB8-4F8B-BAD7-B5D7BC0C81DD}">
      <dsp:nvSpPr>
        <dsp:cNvPr id="0" name=""/>
        <dsp:cNvSpPr/>
      </dsp:nvSpPr>
      <dsp:spPr>
        <a:xfrm>
          <a:off x="0" y="2714022"/>
          <a:ext cx="4988440" cy="1231479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3. Modelos: Baseline → LSTM → Transformer.</a:t>
          </a:r>
        </a:p>
      </dsp:txBody>
      <dsp:txXfrm>
        <a:off x="60116" y="2774138"/>
        <a:ext cx="4868208" cy="1111247"/>
      </dsp:txXfrm>
    </dsp:sp>
    <dsp:sp modelId="{9829FF0C-0485-4BA3-A9CA-1637F9C348A9}">
      <dsp:nvSpPr>
        <dsp:cNvPr id="0" name=""/>
        <dsp:cNvSpPr/>
      </dsp:nvSpPr>
      <dsp:spPr>
        <a:xfrm>
          <a:off x="0" y="4034781"/>
          <a:ext cx="4988440" cy="1231479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4. Evaluación y análisis comparativo.</a:t>
          </a:r>
        </a:p>
      </dsp:txBody>
      <dsp:txXfrm>
        <a:off x="60116" y="4094897"/>
        <a:ext cx="4868208" cy="111124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6FD503-7BA7-484E-86E7-048A83B28B1C}">
      <dsp:nvSpPr>
        <dsp:cNvPr id="0" name=""/>
        <dsp:cNvSpPr/>
      </dsp:nvSpPr>
      <dsp:spPr>
        <a:xfrm>
          <a:off x="0" y="15497"/>
          <a:ext cx="4988440" cy="83422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Ordenamiento temporal.</a:t>
          </a:r>
        </a:p>
      </dsp:txBody>
      <dsp:txXfrm>
        <a:off x="40724" y="56221"/>
        <a:ext cx="4906992" cy="752780"/>
      </dsp:txXfrm>
    </dsp:sp>
    <dsp:sp modelId="{AF5D7865-D7C4-4995-A751-C363A195D14F}">
      <dsp:nvSpPr>
        <dsp:cNvPr id="0" name=""/>
        <dsp:cNvSpPr/>
      </dsp:nvSpPr>
      <dsp:spPr>
        <a:xfrm>
          <a:off x="0" y="910205"/>
          <a:ext cx="4988440" cy="834228"/>
        </a:xfrm>
        <a:prstGeom prst="roundRect">
          <a:avLst/>
        </a:prstGeom>
        <a:solidFill>
          <a:schemeClr val="accent5">
            <a:hueOff val="-1986775"/>
            <a:satOff val="7962"/>
            <a:lumOff val="172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Filtrado por equipo.</a:t>
          </a:r>
        </a:p>
      </dsp:txBody>
      <dsp:txXfrm>
        <a:off x="40724" y="950929"/>
        <a:ext cx="4906992" cy="752780"/>
      </dsp:txXfrm>
    </dsp:sp>
    <dsp:sp modelId="{628D5690-25C5-440F-908F-DCF80712EDB5}">
      <dsp:nvSpPr>
        <dsp:cNvPr id="0" name=""/>
        <dsp:cNvSpPr/>
      </dsp:nvSpPr>
      <dsp:spPr>
        <a:xfrm>
          <a:off x="0" y="1804913"/>
          <a:ext cx="4988440" cy="834228"/>
        </a:xfrm>
        <a:prstGeom prst="roundRect">
          <a:avLst/>
        </a:prstGeom>
        <a:solidFill>
          <a:schemeClr val="accent5">
            <a:hueOff val="-3973551"/>
            <a:satOff val="15924"/>
            <a:lumOff val="345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Variable objetivo: victoria/empate/derrota.</a:t>
          </a:r>
        </a:p>
      </dsp:txBody>
      <dsp:txXfrm>
        <a:off x="40724" y="1845637"/>
        <a:ext cx="4906992" cy="752780"/>
      </dsp:txXfrm>
    </dsp:sp>
    <dsp:sp modelId="{6D6B752E-0B5E-40C5-B0B5-151F77C5CDEE}">
      <dsp:nvSpPr>
        <dsp:cNvPr id="0" name=""/>
        <dsp:cNvSpPr/>
      </dsp:nvSpPr>
      <dsp:spPr>
        <a:xfrm>
          <a:off x="0" y="2699622"/>
          <a:ext cx="4988440" cy="834228"/>
        </a:xfrm>
        <a:prstGeom prst="roundRect">
          <a:avLst/>
        </a:prstGeom>
        <a:solidFill>
          <a:schemeClr val="accent5">
            <a:hueOff val="-5960326"/>
            <a:satOff val="23887"/>
            <a:lumOff val="5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Diferencia de goles.</a:t>
          </a:r>
        </a:p>
      </dsp:txBody>
      <dsp:txXfrm>
        <a:off x="40724" y="2740346"/>
        <a:ext cx="4906992" cy="752780"/>
      </dsp:txXfrm>
    </dsp:sp>
    <dsp:sp modelId="{DE8B8CF5-29DD-4E5D-8416-DA408EE827A8}">
      <dsp:nvSpPr>
        <dsp:cNvPr id="0" name=""/>
        <dsp:cNvSpPr/>
      </dsp:nvSpPr>
      <dsp:spPr>
        <a:xfrm>
          <a:off x="0" y="3594330"/>
          <a:ext cx="4988440" cy="834228"/>
        </a:xfrm>
        <a:prstGeom prst="roundRect">
          <a:avLst/>
        </a:prstGeom>
        <a:solidFill>
          <a:schemeClr val="accent5">
            <a:hueOff val="-7947101"/>
            <a:satOff val="31849"/>
            <a:lumOff val="69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Construcción de ventanas temporales.</a:t>
          </a:r>
        </a:p>
      </dsp:txBody>
      <dsp:txXfrm>
        <a:off x="40724" y="3635054"/>
        <a:ext cx="4906992" cy="752780"/>
      </dsp:txXfrm>
    </dsp:sp>
    <dsp:sp modelId="{9AB27C8F-E852-4392-9A69-EC98C25F004A}">
      <dsp:nvSpPr>
        <dsp:cNvPr id="0" name=""/>
        <dsp:cNvSpPr/>
      </dsp:nvSpPr>
      <dsp:spPr>
        <a:xfrm>
          <a:off x="0" y="4489038"/>
          <a:ext cx="4988440" cy="834228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División temporal train/val/test.</a:t>
          </a:r>
        </a:p>
      </dsp:txBody>
      <dsp:txXfrm>
        <a:off x="40724" y="4529762"/>
        <a:ext cx="4906992" cy="7527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777839-0628-4EC8-B251-401A3287F51D}">
      <dsp:nvSpPr>
        <dsp:cNvPr id="0" name=""/>
        <dsp:cNvSpPr/>
      </dsp:nvSpPr>
      <dsp:spPr>
        <a:xfrm>
          <a:off x="0" y="732882"/>
          <a:ext cx="4988440" cy="12314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Modelo no secuencial.</a:t>
          </a:r>
        </a:p>
      </dsp:txBody>
      <dsp:txXfrm>
        <a:off x="60116" y="792998"/>
        <a:ext cx="4868208" cy="1111247"/>
      </dsp:txXfrm>
    </dsp:sp>
    <dsp:sp modelId="{1F4A30E4-6AB8-4E3D-9637-95246FDEA5B8}">
      <dsp:nvSpPr>
        <dsp:cNvPr id="0" name=""/>
        <dsp:cNvSpPr/>
      </dsp:nvSpPr>
      <dsp:spPr>
        <a:xfrm>
          <a:off x="0" y="2053642"/>
          <a:ext cx="4988440" cy="1231479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Sirve como referencia de desempeño.</a:t>
          </a:r>
        </a:p>
      </dsp:txBody>
      <dsp:txXfrm>
        <a:off x="60116" y="2113758"/>
        <a:ext cx="4868208" cy="1111247"/>
      </dsp:txXfrm>
    </dsp:sp>
    <dsp:sp modelId="{B9A19047-FDC5-4358-B6BA-F8EFC82014EA}">
      <dsp:nvSpPr>
        <dsp:cNvPr id="0" name=""/>
        <dsp:cNvSpPr/>
      </dsp:nvSpPr>
      <dsp:spPr>
        <a:xfrm>
          <a:off x="0" y="3374401"/>
          <a:ext cx="4988440" cy="1231479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Métricas bajas pero funcional para comparación.</a:t>
          </a:r>
        </a:p>
      </dsp:txBody>
      <dsp:txXfrm>
        <a:off x="60116" y="3434517"/>
        <a:ext cx="4868208" cy="111124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B6871A-6CBB-4E79-8D29-DCACB780B432}">
      <dsp:nvSpPr>
        <dsp:cNvPr id="0" name=""/>
        <dsp:cNvSpPr/>
      </dsp:nvSpPr>
      <dsp:spPr>
        <a:xfrm>
          <a:off x="0" y="72502"/>
          <a:ext cx="4988440" cy="12314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LSTM con 64 unidades.</a:t>
          </a:r>
        </a:p>
      </dsp:txBody>
      <dsp:txXfrm>
        <a:off x="60116" y="132618"/>
        <a:ext cx="4868208" cy="1111247"/>
      </dsp:txXfrm>
    </dsp:sp>
    <dsp:sp modelId="{D8089AC9-BED5-47AF-AEDE-1CB3972A0A9A}">
      <dsp:nvSpPr>
        <dsp:cNvPr id="0" name=""/>
        <dsp:cNvSpPr/>
      </dsp:nvSpPr>
      <dsp:spPr>
        <a:xfrm>
          <a:off x="0" y="1393262"/>
          <a:ext cx="4988440" cy="1231479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Capa densa intermedia.</a:t>
          </a:r>
        </a:p>
      </dsp:txBody>
      <dsp:txXfrm>
        <a:off x="60116" y="1453378"/>
        <a:ext cx="4868208" cy="1111247"/>
      </dsp:txXfrm>
    </dsp:sp>
    <dsp:sp modelId="{99E1E0D7-F4BC-430A-A77E-8448F7E759B4}">
      <dsp:nvSpPr>
        <dsp:cNvPr id="0" name=""/>
        <dsp:cNvSpPr/>
      </dsp:nvSpPr>
      <dsp:spPr>
        <a:xfrm>
          <a:off x="0" y="2714022"/>
          <a:ext cx="4988440" cy="1231479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Activación softmax.</a:t>
          </a:r>
        </a:p>
      </dsp:txBody>
      <dsp:txXfrm>
        <a:off x="60116" y="2774138"/>
        <a:ext cx="4868208" cy="1111247"/>
      </dsp:txXfrm>
    </dsp:sp>
    <dsp:sp modelId="{9F0B97FA-8F54-4ED0-B990-035EDCFFC079}">
      <dsp:nvSpPr>
        <dsp:cNvPr id="0" name=""/>
        <dsp:cNvSpPr/>
      </dsp:nvSpPr>
      <dsp:spPr>
        <a:xfrm>
          <a:off x="0" y="4034781"/>
          <a:ext cx="4988440" cy="1231479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Captura dependencias temporales.</a:t>
          </a:r>
        </a:p>
      </dsp:txBody>
      <dsp:txXfrm>
        <a:off x="60116" y="4094897"/>
        <a:ext cx="4868208" cy="111124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9D5AAD-7410-4CBE-87CE-39F5C9244DDB}">
      <dsp:nvSpPr>
        <dsp:cNvPr id="0" name=""/>
        <dsp:cNvSpPr/>
      </dsp:nvSpPr>
      <dsp:spPr>
        <a:xfrm>
          <a:off x="0" y="72502"/>
          <a:ext cx="4988440" cy="12314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Codificación posicional.</a:t>
          </a:r>
        </a:p>
      </dsp:txBody>
      <dsp:txXfrm>
        <a:off x="60116" y="132618"/>
        <a:ext cx="4868208" cy="1111247"/>
      </dsp:txXfrm>
    </dsp:sp>
    <dsp:sp modelId="{7A5B8C7B-105A-48DB-9DE5-2CDF6D734103}">
      <dsp:nvSpPr>
        <dsp:cNvPr id="0" name=""/>
        <dsp:cNvSpPr/>
      </dsp:nvSpPr>
      <dsp:spPr>
        <a:xfrm>
          <a:off x="0" y="1393262"/>
          <a:ext cx="4988440" cy="1231479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Bloques encoder.</a:t>
          </a:r>
        </a:p>
      </dsp:txBody>
      <dsp:txXfrm>
        <a:off x="60116" y="1453378"/>
        <a:ext cx="4868208" cy="1111247"/>
      </dsp:txXfrm>
    </dsp:sp>
    <dsp:sp modelId="{93B5F1A7-1D6F-4831-9992-97DCCAC124AB}">
      <dsp:nvSpPr>
        <dsp:cNvPr id="0" name=""/>
        <dsp:cNvSpPr/>
      </dsp:nvSpPr>
      <dsp:spPr>
        <a:xfrm>
          <a:off x="0" y="2714022"/>
          <a:ext cx="4988440" cy="1231479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Multi-head attention.</a:t>
          </a:r>
        </a:p>
      </dsp:txBody>
      <dsp:txXfrm>
        <a:off x="60116" y="2774138"/>
        <a:ext cx="4868208" cy="1111247"/>
      </dsp:txXfrm>
    </dsp:sp>
    <dsp:sp modelId="{8730A87A-DDCC-4352-8755-8F33A7BD9A94}">
      <dsp:nvSpPr>
        <dsp:cNvPr id="0" name=""/>
        <dsp:cNvSpPr/>
      </dsp:nvSpPr>
      <dsp:spPr>
        <a:xfrm>
          <a:off x="0" y="4034781"/>
          <a:ext cx="4988440" cy="1231479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Excelente para relaciones a largo plazo.</a:t>
          </a:r>
        </a:p>
      </dsp:txBody>
      <dsp:txXfrm>
        <a:off x="60116" y="4094897"/>
        <a:ext cx="4868208" cy="111124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4BB109-A419-434D-98EA-C9E32A4502C5}">
      <dsp:nvSpPr>
        <dsp:cNvPr id="0" name=""/>
        <dsp:cNvSpPr/>
      </dsp:nvSpPr>
      <dsp:spPr>
        <a:xfrm>
          <a:off x="0" y="611351"/>
          <a:ext cx="4988440" cy="62361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Modelo baseline.</a:t>
          </a:r>
        </a:p>
      </dsp:txBody>
      <dsp:txXfrm>
        <a:off x="30442" y="641793"/>
        <a:ext cx="4927556" cy="562726"/>
      </dsp:txXfrm>
    </dsp:sp>
    <dsp:sp modelId="{C47A1466-F886-45FF-B068-17635A69AA14}">
      <dsp:nvSpPr>
        <dsp:cNvPr id="0" name=""/>
        <dsp:cNvSpPr/>
      </dsp:nvSpPr>
      <dsp:spPr>
        <a:xfrm>
          <a:off x="0" y="1309842"/>
          <a:ext cx="4988440" cy="623610"/>
        </a:xfrm>
        <a:prstGeom prst="roundRect">
          <a:avLst/>
        </a:prstGeom>
        <a:solidFill>
          <a:schemeClr val="accent5">
            <a:hueOff val="-1986775"/>
            <a:satOff val="7962"/>
            <a:lumOff val="172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LSTM inicial.</a:t>
          </a:r>
        </a:p>
      </dsp:txBody>
      <dsp:txXfrm>
        <a:off x="30442" y="1340284"/>
        <a:ext cx="4927556" cy="562726"/>
      </dsp:txXfrm>
    </dsp:sp>
    <dsp:sp modelId="{EEC7426E-0CF7-481F-86A7-39FDC70DFC9D}">
      <dsp:nvSpPr>
        <dsp:cNvPr id="0" name=""/>
        <dsp:cNvSpPr/>
      </dsp:nvSpPr>
      <dsp:spPr>
        <a:xfrm>
          <a:off x="0" y="2008332"/>
          <a:ext cx="4988440" cy="623610"/>
        </a:xfrm>
        <a:prstGeom prst="roundRect">
          <a:avLst/>
        </a:prstGeom>
        <a:solidFill>
          <a:schemeClr val="accent5">
            <a:hueOff val="-3973551"/>
            <a:satOff val="15924"/>
            <a:lumOff val="345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Dropout y regularización.</a:t>
          </a:r>
        </a:p>
      </dsp:txBody>
      <dsp:txXfrm>
        <a:off x="30442" y="2038774"/>
        <a:ext cx="4927556" cy="562726"/>
      </dsp:txXfrm>
    </dsp:sp>
    <dsp:sp modelId="{0A0F64D0-10C7-4225-8F8B-71D663CCB0B5}">
      <dsp:nvSpPr>
        <dsp:cNvPr id="0" name=""/>
        <dsp:cNvSpPr/>
      </dsp:nvSpPr>
      <dsp:spPr>
        <a:xfrm>
          <a:off x="0" y="2706822"/>
          <a:ext cx="4988440" cy="623610"/>
        </a:xfrm>
        <a:prstGeom prst="roundRect">
          <a:avLst/>
        </a:prstGeom>
        <a:solidFill>
          <a:schemeClr val="accent5">
            <a:hueOff val="-5960326"/>
            <a:satOff val="23887"/>
            <a:lumOff val="5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Primer Transformer.</a:t>
          </a:r>
        </a:p>
      </dsp:txBody>
      <dsp:txXfrm>
        <a:off x="30442" y="2737264"/>
        <a:ext cx="4927556" cy="562726"/>
      </dsp:txXfrm>
    </dsp:sp>
    <dsp:sp modelId="{61229D27-2B08-4C9D-A65E-3D7852F51CCA}">
      <dsp:nvSpPr>
        <dsp:cNvPr id="0" name=""/>
        <dsp:cNvSpPr/>
      </dsp:nvSpPr>
      <dsp:spPr>
        <a:xfrm>
          <a:off x="0" y="3405312"/>
          <a:ext cx="4988440" cy="623610"/>
        </a:xfrm>
        <a:prstGeom prst="roundRect">
          <a:avLst/>
        </a:prstGeom>
        <a:solidFill>
          <a:schemeClr val="accent5">
            <a:hueOff val="-7947101"/>
            <a:satOff val="31849"/>
            <a:lumOff val="69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Ajustes de dimensiones y heads.</a:t>
          </a:r>
        </a:p>
      </dsp:txBody>
      <dsp:txXfrm>
        <a:off x="30442" y="3435754"/>
        <a:ext cx="4927556" cy="562726"/>
      </dsp:txXfrm>
    </dsp:sp>
    <dsp:sp modelId="{26D412DB-B3A5-416A-B9F4-36EE8ADCB793}">
      <dsp:nvSpPr>
        <dsp:cNvPr id="0" name=""/>
        <dsp:cNvSpPr/>
      </dsp:nvSpPr>
      <dsp:spPr>
        <a:xfrm>
          <a:off x="0" y="4103802"/>
          <a:ext cx="4988440" cy="62361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Optimización final.</a:t>
          </a:r>
        </a:p>
      </dsp:txBody>
      <dsp:txXfrm>
        <a:off x="30442" y="4134244"/>
        <a:ext cx="4927556" cy="56272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C14C74-53DE-4003-921A-2AAA6FF90A88}">
      <dsp:nvSpPr>
        <dsp:cNvPr id="0" name=""/>
        <dsp:cNvSpPr/>
      </dsp:nvSpPr>
      <dsp:spPr>
        <a:xfrm>
          <a:off x="0" y="18882"/>
          <a:ext cx="4988440" cy="59962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Accuracy:</a:t>
          </a:r>
        </a:p>
      </dsp:txBody>
      <dsp:txXfrm>
        <a:off x="29271" y="48153"/>
        <a:ext cx="4929898" cy="541083"/>
      </dsp:txXfrm>
    </dsp:sp>
    <dsp:sp modelId="{58591960-FF5A-4A0D-BD1A-A14780556C6F}">
      <dsp:nvSpPr>
        <dsp:cNvPr id="0" name=""/>
        <dsp:cNvSpPr/>
      </dsp:nvSpPr>
      <dsp:spPr>
        <a:xfrm>
          <a:off x="0" y="690507"/>
          <a:ext cx="4988440" cy="599625"/>
        </a:xfrm>
        <a:prstGeom prst="roundRect">
          <a:avLst/>
        </a:prstGeom>
        <a:solidFill>
          <a:schemeClr val="accent5">
            <a:hueOff val="-1419125"/>
            <a:satOff val="5687"/>
            <a:lumOff val="123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Baseline: 0.45</a:t>
          </a:r>
        </a:p>
      </dsp:txBody>
      <dsp:txXfrm>
        <a:off x="29271" y="719778"/>
        <a:ext cx="4929898" cy="541083"/>
      </dsp:txXfrm>
    </dsp:sp>
    <dsp:sp modelId="{F1C744E7-4259-44E6-98D6-1E3933D7B737}">
      <dsp:nvSpPr>
        <dsp:cNvPr id="0" name=""/>
        <dsp:cNvSpPr/>
      </dsp:nvSpPr>
      <dsp:spPr>
        <a:xfrm>
          <a:off x="0" y="1362132"/>
          <a:ext cx="4988440" cy="599625"/>
        </a:xfrm>
        <a:prstGeom prst="roundRect">
          <a:avLst/>
        </a:prstGeom>
        <a:solidFill>
          <a:schemeClr val="accent5">
            <a:hueOff val="-2838251"/>
            <a:satOff val="11375"/>
            <a:lumOff val="246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LSTM: 0.57</a:t>
          </a:r>
        </a:p>
      </dsp:txBody>
      <dsp:txXfrm>
        <a:off x="29271" y="1391403"/>
        <a:ext cx="4929898" cy="541083"/>
      </dsp:txXfrm>
    </dsp:sp>
    <dsp:sp modelId="{CD15E36E-88A0-49B6-86C3-F617E8289A2D}">
      <dsp:nvSpPr>
        <dsp:cNvPr id="0" name=""/>
        <dsp:cNvSpPr/>
      </dsp:nvSpPr>
      <dsp:spPr>
        <a:xfrm>
          <a:off x="0" y="2033757"/>
          <a:ext cx="4988440" cy="599625"/>
        </a:xfrm>
        <a:prstGeom prst="roundRect">
          <a:avLst/>
        </a:prstGeom>
        <a:solidFill>
          <a:schemeClr val="accent5">
            <a:hueOff val="-4257376"/>
            <a:satOff val="17062"/>
            <a:lumOff val="36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Transformer: 0.61</a:t>
          </a:r>
        </a:p>
      </dsp:txBody>
      <dsp:txXfrm>
        <a:off x="29271" y="2063028"/>
        <a:ext cx="4929898" cy="541083"/>
      </dsp:txXfrm>
    </dsp:sp>
    <dsp:sp modelId="{9C11979C-6272-4F71-85A0-4F2EC1737693}">
      <dsp:nvSpPr>
        <dsp:cNvPr id="0" name=""/>
        <dsp:cNvSpPr/>
      </dsp:nvSpPr>
      <dsp:spPr>
        <a:xfrm>
          <a:off x="0" y="2705382"/>
          <a:ext cx="4988440" cy="599625"/>
        </a:xfrm>
        <a:prstGeom prst="roundRect">
          <a:avLst/>
        </a:prstGeom>
        <a:solidFill>
          <a:schemeClr val="accent5">
            <a:hueOff val="-5676501"/>
            <a:satOff val="22749"/>
            <a:lumOff val="49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F1 macro:</a:t>
          </a:r>
        </a:p>
      </dsp:txBody>
      <dsp:txXfrm>
        <a:off x="29271" y="2734653"/>
        <a:ext cx="4929898" cy="541083"/>
      </dsp:txXfrm>
    </dsp:sp>
    <dsp:sp modelId="{4FA73344-2292-45FF-9A83-564FD3584D5D}">
      <dsp:nvSpPr>
        <dsp:cNvPr id="0" name=""/>
        <dsp:cNvSpPr/>
      </dsp:nvSpPr>
      <dsp:spPr>
        <a:xfrm>
          <a:off x="0" y="3377007"/>
          <a:ext cx="4988440" cy="599625"/>
        </a:xfrm>
        <a:prstGeom prst="roundRect">
          <a:avLst/>
        </a:prstGeom>
        <a:solidFill>
          <a:schemeClr val="accent5">
            <a:hueOff val="-7095626"/>
            <a:satOff val="28436"/>
            <a:lumOff val="616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Baseline: 0.39</a:t>
          </a:r>
        </a:p>
      </dsp:txBody>
      <dsp:txXfrm>
        <a:off x="29271" y="3406278"/>
        <a:ext cx="4929898" cy="541083"/>
      </dsp:txXfrm>
    </dsp:sp>
    <dsp:sp modelId="{6716723E-6565-4224-98D0-34EDEAB13A20}">
      <dsp:nvSpPr>
        <dsp:cNvPr id="0" name=""/>
        <dsp:cNvSpPr/>
      </dsp:nvSpPr>
      <dsp:spPr>
        <a:xfrm>
          <a:off x="0" y="4048632"/>
          <a:ext cx="4988440" cy="599625"/>
        </a:xfrm>
        <a:prstGeom prst="roundRect">
          <a:avLst/>
        </a:prstGeom>
        <a:solidFill>
          <a:schemeClr val="accent5">
            <a:hueOff val="-8514751"/>
            <a:satOff val="34124"/>
            <a:lumOff val="739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LSTM: 0.53</a:t>
          </a:r>
        </a:p>
      </dsp:txBody>
      <dsp:txXfrm>
        <a:off x="29271" y="4077903"/>
        <a:ext cx="4929898" cy="541083"/>
      </dsp:txXfrm>
    </dsp:sp>
    <dsp:sp modelId="{8F562D26-A61B-41FA-909E-69ECD951387E}">
      <dsp:nvSpPr>
        <dsp:cNvPr id="0" name=""/>
        <dsp:cNvSpPr/>
      </dsp:nvSpPr>
      <dsp:spPr>
        <a:xfrm>
          <a:off x="0" y="4720256"/>
          <a:ext cx="4988440" cy="599625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Transformer: 0.58</a:t>
          </a:r>
        </a:p>
      </dsp:txBody>
      <dsp:txXfrm>
        <a:off x="29271" y="4749527"/>
        <a:ext cx="4929898" cy="54108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E862F2-FCB0-4286-B3DD-54DA1BF65ACB}">
      <dsp:nvSpPr>
        <dsp:cNvPr id="0" name=""/>
        <dsp:cNvSpPr/>
      </dsp:nvSpPr>
      <dsp:spPr>
        <a:xfrm>
          <a:off x="0" y="2215"/>
          <a:ext cx="4988440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33D732-CA73-4C2A-B49D-BA12D9C0E279}">
      <dsp:nvSpPr>
        <dsp:cNvPr id="0" name=""/>
        <dsp:cNvSpPr/>
      </dsp:nvSpPr>
      <dsp:spPr>
        <a:xfrm>
          <a:off x="339712" y="254894"/>
          <a:ext cx="617659" cy="6176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3EB52A-5C55-4AAC-B32E-45A98C2506E1}">
      <dsp:nvSpPr>
        <dsp:cNvPr id="0" name=""/>
        <dsp:cNvSpPr/>
      </dsp:nvSpPr>
      <dsp:spPr>
        <a:xfrm>
          <a:off x="1297085" y="2215"/>
          <a:ext cx="3691354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Los modelos secuenciales capturan mejor patrones deportivos.</a:t>
          </a:r>
        </a:p>
      </dsp:txBody>
      <dsp:txXfrm>
        <a:off x="1297085" y="2215"/>
        <a:ext cx="3691354" cy="1123017"/>
      </dsp:txXfrm>
    </dsp:sp>
    <dsp:sp modelId="{573096AE-0ADA-42CD-9B09-2B0F86DC35B3}">
      <dsp:nvSpPr>
        <dsp:cNvPr id="0" name=""/>
        <dsp:cNvSpPr/>
      </dsp:nvSpPr>
      <dsp:spPr>
        <a:xfrm>
          <a:off x="0" y="1405987"/>
          <a:ext cx="4988440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1F07B1-CED7-45DB-84C9-67B92EF7C205}">
      <dsp:nvSpPr>
        <dsp:cNvPr id="0" name=""/>
        <dsp:cNvSpPr/>
      </dsp:nvSpPr>
      <dsp:spPr>
        <a:xfrm>
          <a:off x="339712" y="1658666"/>
          <a:ext cx="617659" cy="6176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05A0C7-2C95-49EF-83EB-3B192DA534F1}">
      <dsp:nvSpPr>
        <dsp:cNvPr id="0" name=""/>
        <dsp:cNvSpPr/>
      </dsp:nvSpPr>
      <dsp:spPr>
        <a:xfrm>
          <a:off x="1297085" y="1405987"/>
          <a:ext cx="3691354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Transformer supera LSTM.</a:t>
          </a:r>
        </a:p>
      </dsp:txBody>
      <dsp:txXfrm>
        <a:off x="1297085" y="1405987"/>
        <a:ext cx="3691354" cy="1123017"/>
      </dsp:txXfrm>
    </dsp:sp>
    <dsp:sp modelId="{E2C3D830-FA5C-4516-8731-E0F3FB4060B2}">
      <dsp:nvSpPr>
        <dsp:cNvPr id="0" name=""/>
        <dsp:cNvSpPr/>
      </dsp:nvSpPr>
      <dsp:spPr>
        <a:xfrm>
          <a:off x="0" y="2809759"/>
          <a:ext cx="4988440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6BDC20-D4F9-403E-8327-728FEA33CC1A}">
      <dsp:nvSpPr>
        <dsp:cNvPr id="0" name=""/>
        <dsp:cNvSpPr/>
      </dsp:nvSpPr>
      <dsp:spPr>
        <a:xfrm>
          <a:off x="339712" y="3062438"/>
          <a:ext cx="617659" cy="6176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DBEB16-2B62-49D3-BCB9-800474C2A397}">
      <dsp:nvSpPr>
        <dsp:cNvPr id="0" name=""/>
        <dsp:cNvSpPr/>
      </dsp:nvSpPr>
      <dsp:spPr>
        <a:xfrm>
          <a:off x="1297085" y="2809759"/>
          <a:ext cx="3691354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Dominios deportivos son ruidosos.</a:t>
          </a:r>
        </a:p>
      </dsp:txBody>
      <dsp:txXfrm>
        <a:off x="1297085" y="2809759"/>
        <a:ext cx="3691354" cy="1123017"/>
      </dsp:txXfrm>
    </dsp:sp>
    <dsp:sp modelId="{4D8D8187-1F86-4110-B066-B34D4D2965E3}">
      <dsp:nvSpPr>
        <dsp:cNvPr id="0" name=""/>
        <dsp:cNvSpPr/>
      </dsp:nvSpPr>
      <dsp:spPr>
        <a:xfrm>
          <a:off x="0" y="4213530"/>
          <a:ext cx="4988440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0EB5BB-4C3D-45F9-BF52-2700185C1471}">
      <dsp:nvSpPr>
        <dsp:cNvPr id="0" name=""/>
        <dsp:cNvSpPr/>
      </dsp:nvSpPr>
      <dsp:spPr>
        <a:xfrm>
          <a:off x="339712" y="4466209"/>
          <a:ext cx="617659" cy="6176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59608E-BF1A-4A74-9AB9-DBD0A4FFB8F0}">
      <dsp:nvSpPr>
        <dsp:cNvPr id="0" name=""/>
        <dsp:cNvSpPr/>
      </dsp:nvSpPr>
      <dsp:spPr>
        <a:xfrm>
          <a:off x="1297085" y="4213530"/>
          <a:ext cx="3691354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Trabajo futuro: más variables y modelos avanzados.</a:t>
          </a:r>
        </a:p>
      </dsp:txBody>
      <dsp:txXfrm>
        <a:off x="1297085" y="4213530"/>
        <a:ext cx="3691354" cy="112301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E7D367-140D-42F2-86D1-B3B42357B2FA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2E2A46-A3EA-40EB-AA3D-CFB17AFC763E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313D95-147A-491F-AFCF-B9FB037009BF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El video será grabado con este guion.</a:t>
          </a:r>
        </a:p>
      </dsp:txBody>
      <dsp:txXfrm>
        <a:off x="46529" y="2703902"/>
        <a:ext cx="2418750" cy="720000"/>
      </dsp:txXfrm>
    </dsp:sp>
    <dsp:sp modelId="{9408329B-FFD4-4343-8651-399AEDC19C24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8F2013-1293-4434-8DE5-F0FF53CC7FBA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7B5E68-EBFA-450E-B409-C7A5B8718BE0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Teleprompter incluido.</a:t>
          </a:r>
        </a:p>
      </dsp:txBody>
      <dsp:txXfrm>
        <a:off x="2888560" y="2703902"/>
        <a:ext cx="2418750" cy="720000"/>
      </dsp:txXfrm>
    </dsp:sp>
    <dsp:sp modelId="{7B1850A1-0620-41F5-BA81-079F86616B17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32F10D-25DD-4862-A3AE-FAFD872A0412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F1C340-C821-4F18-909F-F7092B0939AE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Link a YouTube será actualizado.</a:t>
          </a:r>
        </a:p>
      </dsp:txBody>
      <dsp:txXfrm>
        <a:off x="5730591" y="2703902"/>
        <a:ext cx="24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4400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Presento el tema del proyecto, su propósito general y mi información como autor.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Explico la motivación del proyecto y cómo se estructura la solución general.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Presento la estructura completa de notebooks y cómo permiten la reproducibilidad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Describo el flujo general de trabajo realizado durante 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Explico cómo se construyen las entradas para los modelos secuenciales.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Explico por qué se requiere un baseline para interpretar mejoras.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Presento el LSTM como primer modelo secuencial y explico su arquitectura.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Explico por qué el Transformer ofrece ventajas y cómo se implementó.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Hablo sobre el proceso iterativo y la mejora progresiva de los modelos.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Explico la comparación de métricas y por qué el Transformer fue el mejor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Refuerzo los aprendizajes, limitaciones y posibles mejoras futuras.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Cierro explicando los entregables finales y el proceso de documentación.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Proyecto Final – Deep Learning 2025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31D72E-D16D-22C4-DECE-6DF712EBC9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6534485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rPr lang="es-ES" sz="3700"/>
              <a:t>Introducción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D5C235-23E1-850A-B5C6-759EEA25D4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6354870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rPr lang="es-ES" sz="4100"/>
              <a:t>Estructura de Notebooks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F478FDE-4672-FEF9-5652-073034DE0F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6417630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t>Pipeline General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AAD9A44-A0E5-5C91-5F8F-E15688815C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7028624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rPr lang="es-ES" sz="3400"/>
              <a:t>Preprocesado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7190C2-2585-F9DE-D3D8-82052666A9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2489767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t>Modelo Baseline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9949A96-9FAB-5D17-2CF3-C5002C49CD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1007676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t>Modelo LSTM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544566-148B-7385-4E19-86DED8F33E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3919676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rPr lang="es-ES" sz="3700"/>
              <a:t>Modelo Transformer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11A1977-4D51-9674-7AFC-BCA85520F2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0417691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rPr lang="es-ES" sz="4100"/>
              <a:t>Iteraciones Realizadas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869BFA-073F-73D7-DAEE-3A9D57F4B1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6695817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rPr lang="es-ES" sz="4100"/>
              <a:t>Resultados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6B345A81-C846-B1FC-C2B8-DC8BAB3BD2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3202754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rPr lang="es-ES" sz="3400"/>
              <a:t>Conclusiones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4CC0E1-BAF1-F2EE-09B4-26B18C6183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3223998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Video y Documentación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0EC93432-0207-FFBA-9854-C928498223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016095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480</Words>
  <Application>Microsoft Office PowerPoint</Application>
  <PresentationFormat>On-screen Show (4:3)</PresentationFormat>
  <Paragraphs>79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Proyecto Final – Deep Learning 2025</vt:lpstr>
      <vt:lpstr>Introducción</vt:lpstr>
      <vt:lpstr>Estructura de Notebooks</vt:lpstr>
      <vt:lpstr>Pipeline General</vt:lpstr>
      <vt:lpstr>Preprocesado</vt:lpstr>
      <vt:lpstr>Modelo Baseline</vt:lpstr>
      <vt:lpstr>Modelo LSTM</vt:lpstr>
      <vt:lpstr>Modelo Transformer</vt:lpstr>
      <vt:lpstr>Iteraciones Realizadas</vt:lpstr>
      <vt:lpstr>Resultados</vt:lpstr>
      <vt:lpstr>Conclusiones</vt:lpstr>
      <vt:lpstr>Video y Documentación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JOSE ALFREDO MARTINEZ VALDES</dc:creator>
  <cp:keywords/>
  <dc:description>generated using python-pptx</dc:description>
  <cp:lastModifiedBy>JOSE ALFREDO MARTINEZ VALDES</cp:lastModifiedBy>
  <cp:revision>2</cp:revision>
  <dcterms:created xsi:type="dcterms:W3CDTF">2013-01-27T09:14:16Z</dcterms:created>
  <dcterms:modified xsi:type="dcterms:W3CDTF">2025-12-04T00:59:58Z</dcterms:modified>
  <cp:category/>
</cp:coreProperties>
</file>